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48840"/>
            <a:ext cx="12191695" cy="54864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480560"/>
            <a:ext cx="12191695" cy="18288"/>
          </a:xfrm>
          <a:prstGeom prst="rect">
            <a:avLst/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731520"/>
            <a:ext cx="103601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0">
                <a:solidFill>
                  <a:srgbClr val="555A64"/>
                </a:solidFill>
                <a:latin typeface="微软雅黑"/>
              </a:rPr>
              <a:t>2026—2027学年第一学期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234440"/>
            <a:ext cx="1036015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5400" b="1">
                <a:solidFill>
                  <a:srgbClr val="1F3B66"/>
                </a:solidFill>
                <a:latin typeface="微软雅黑"/>
              </a:rPr>
              <a:t>机器学习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10360152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2600" b="0">
                <a:solidFill>
                  <a:srgbClr val="555A64"/>
                </a:solidFill>
                <a:latin typeface="微软雅黑"/>
              </a:rPr>
              <a:t>课题：</a:t>
            </a:r>
            <a:r>
              <a:rPr sz="2600" b="1">
                <a:solidFill>
                  <a:srgbClr val="2E74B5"/>
                </a:solidFill>
                <a:latin typeface="微软雅黑"/>
              </a:rPr>
              <a:t>线性回归数据处理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709160"/>
            <a:ext cx="103601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0">
                <a:solidFill>
                  <a:srgbClr val="555A64"/>
                </a:solidFill>
                <a:latin typeface="微软雅黑"/>
              </a:rPr>
              <a:t>授课教师：李国栋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学习目标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34440"/>
            <a:ext cx="82296" cy="173736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52728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知识目标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52120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▪  1.说出线性回归的基本原理与适用场景；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▪  2.说出线性回归数据的特征、标签及数据预处理方法。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1234440"/>
            <a:ext cx="82296" cy="173736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252728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技能目标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737360"/>
            <a:ext cx="52120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▪  1.能读取并查看线性回归数据集；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▪  2.能对数据进行缺失值、异常值处理与特征选择。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794760"/>
            <a:ext cx="82296" cy="173736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813048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职业素养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297680"/>
            <a:ext cx="52120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▪  1.养成规范的数据处理与记录习惯；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▪  2.培养严谨求实、独立分析问题的职业素养。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3794760"/>
            <a:ext cx="82296" cy="173736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3813048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思政目标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4297680"/>
            <a:ext cx="52120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▪  1.认识数据要素在人工智能发展中的基础作用；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▪  2.树立用数据说话、实事求是的科学态度。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目录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80160"/>
            <a:ext cx="548640" cy="54864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307592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组织教学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938528"/>
            <a:ext cx="548640" cy="54864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93852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965960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导入新课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596896"/>
            <a:ext cx="548640" cy="54864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59689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624328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讲授新课1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255264"/>
            <a:ext cx="548640" cy="54864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25526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282696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实操演练1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913632"/>
            <a:ext cx="548640" cy="54864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9136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941064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讲授新课2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4571999"/>
            <a:ext cx="548640" cy="54864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571999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599431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实操演练2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5230368"/>
            <a:ext cx="548640" cy="54864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5257800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巩固练习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5888736"/>
            <a:ext cx="548640" cy="54864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588873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08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916168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课堂小结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2926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9DC3E6"/>
                </a:solidFill>
                <a:latin typeface="微软雅黑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37160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组织教学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106070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1.点名与学情确认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2.设备与课件检查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3.介绍课程任务要求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4.明确课堂纪律要求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2926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9DC3E6"/>
                </a:solidFill>
                <a:latin typeface="微软雅黑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37160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导入新课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106070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1.展示房价预测、销量预测等案例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2.提出“如何用数据预测数值”的问题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3.引出线性回归与数据处理主题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2926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9DC3E6"/>
                </a:solidFill>
                <a:latin typeface="微软雅黑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37160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讲授新课1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106070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1.线性回归的基本原理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2.线性回归的适用场景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3.特征与标签的概念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4.线性回归数据集介绍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2926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9DC3E6"/>
                </a:solidFill>
                <a:latin typeface="微软雅黑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37160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实操演练1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106070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1.读取线性回归数据集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2.查看数据前几行与基本信息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3.识别特征列与标签列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4.查看数据统计特征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2926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9DC3E6"/>
                </a:solidFill>
                <a:latin typeface="微软雅黑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37160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讲授新课2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106070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1.缺失值处理方法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2.异常值处理方法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3.特征选择方法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4.数据标准化方法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2926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9DC3E6"/>
                </a:solidFill>
                <a:latin typeface="微软雅黑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37160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实操演练2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106070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1.处理数据缺失值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2.识别并处理异常值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3.完成特征选择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4.对特征进行标准化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2926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9DC3E6"/>
                </a:solidFill>
                <a:latin typeface="微软雅黑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37160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巩固练习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106070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1.线性回归原理辨析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2.特征与标签判断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3.数据预处理方法回顾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4.常见问题梳理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2926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9DC3E6"/>
                </a:solidFill>
                <a:latin typeface="微软雅黑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37160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课堂小结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106070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1.线性回归原理总结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2.数据集结构总结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3.数据预处理方法总结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4.常见问题总结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651760"/>
            <a:ext cx="10360152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6000" b="1">
                <a:solidFill>
                  <a:srgbClr val="FFFFFF"/>
                </a:solidFill>
                <a:latin typeface="微软雅黑"/>
              </a:rPr>
              <a:t>感谢观看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749039"/>
            <a:ext cx="10360152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400" b="0">
                <a:solidFill>
                  <a:srgbClr val="9DC3E6"/>
                </a:solidFill>
                <a:latin typeface="微软雅黑"/>
              </a:rPr>
              <a:t>THANKS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