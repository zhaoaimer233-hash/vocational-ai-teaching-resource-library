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12191695" cy="18288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2026—2027学年第一学期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1F3B66"/>
                </a:solidFill>
                <a:latin typeface="微软雅黑"/>
              </a:rPr>
              <a:t>机器学习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数学与编程基础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授课教师：李国栋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知识目标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1.说出机器学习所需的数学基础（线性代数、概率统计、微积分）；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2.说出机器学习所需的编程基础（Python语言与NumPy库）。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技能目标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1.能使用NumPy完成向量与矩阵的基本运算；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2.能编写简单Python程序进行数据的基本处理。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职业素养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1.养成严谨求实的科学计算习惯；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2.培养规范编码、独立调试的职业素养。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思政目标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1.认识我国在基础研究与科技自主创新方面的成就；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2.树立夯实基础、脚踏实地、科技报国的学习态度。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07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组织教学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导入新课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24328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讲授新课1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82696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41064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讲授新课2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599431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23036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25780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巩固练习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888736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88873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916168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课堂小结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组织教学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1.点名与学情确认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2.设备与课件检查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3.介绍课程任务要求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4.明确课堂纪律要求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导入新课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1.回顾机器学习基本概念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2.提出“机器学习为什么需要数学”的问题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3.引出数学与编程基础主题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讲授新课1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1.线性代数基础（向量、矩阵及运算）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2.概率统计基础（概率、分布、期望与方差）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3.微积分基础（导数、梯度）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4.数学在机器学习中的作用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1.导入NumPy库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2.创建向量与矩阵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3.完成矩阵加减乘、转置运算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4.计算矩阵的统计特征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讲授新课2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1.Python编程基础（变量、数据类型、循环、函数）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2.NumPy数组操作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3.数据读取与切片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4.广播机制与常用函数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1.编写Python程序处理数据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2.使用NumPy完成数组切片与运算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3.利用广播机制处理数据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4.编写简单函数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巩固练习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1.数学基础概念辨析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2.NumPy数组操作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3.矩阵运算练习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4.编程基础回顾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课堂小结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1.数学基础总结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2.NumPy运算总结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3.Python编程基础总结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4.机器学习与数学关系总结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微软雅黑"/>
              </a:rP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b="0">
                <a:solidFill>
                  <a:srgbClr val="9DC3E6"/>
                </a:solidFill>
                <a:latin typeface="微软雅黑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