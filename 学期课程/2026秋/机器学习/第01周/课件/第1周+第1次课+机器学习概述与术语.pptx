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5B4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微软雅黑"/>
                <a:ea typeface="微软雅黑"/>
              </a:rPr>
              <a:t>2026—2027学年第一学期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机器学习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0">
                <a:solidFill>
                  <a:srgbClr val="FFFFFF"/>
                </a:solidFill>
                <a:latin typeface="微软雅黑"/>
                <a:ea typeface="微软雅黑"/>
              </a:rPr>
              <a:t>机器学习概述与术语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 i="0">
                <a:solidFill>
                  <a:srgbClr val="5B4DBE"/>
                </a:solidFill>
                <a:latin typeface="微软雅黑"/>
                <a:ea typeface="微软雅黑"/>
              </a:rPr>
              <a:t>分课题：机器学习概述与术语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666666"/>
                </a:solidFill>
                <a:latin typeface="微软雅黑"/>
                <a:ea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4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  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知识目标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说出机器学习的基本概念、发展历程与主要分类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解释监督学习、无监督学习、强化学习等核心术语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技能目标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依据示例区分机器学习任务类型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使用术语描述机器学习的基本流程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职业素养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形成对人工智能技术伦理与责任的正确认识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养成主动学习、规范记录的学习习惯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思政目标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认识我国人工智能发展战略与成就，增强科技自信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树立技术服务社会、科技向善的价值观念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4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  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01  导入新课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微软雅黑"/>
                <a:ea typeface="微软雅黑"/>
              </a:rPr>
              <a:t>02  机器学习的定义与发展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微软雅黑"/>
                <a:ea typeface="微软雅黑"/>
              </a:rPr>
              <a:t>03  应用案例辨析实操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微软雅黑"/>
                <a:ea typeface="微软雅黑"/>
              </a:rPr>
              <a:t>04  三类学习方式与核心术语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微软雅黑"/>
                <a:ea typeface="微软雅黑"/>
              </a:rPr>
              <a:t>05  任务类型区分实操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微软雅黑"/>
                <a:ea typeface="微软雅黑"/>
              </a:rPr>
              <a:t>06  巩固练习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333333"/>
                </a:solidFill>
                <a:latin typeface="微软雅黑"/>
                <a:ea typeface="微软雅黑"/>
              </a:rPr>
              <a:t>07  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4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01  导入新课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展示人脸识别、智能推荐等案例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提出问题：“计算机是如何‘学习’的”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引出机器学习概念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4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02  讲授新课一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定义与特点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机器学习的定义与特点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机器学习与传统程序的区别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发展历程与分类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机器学习的发展历程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机器学习的主要分类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4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03  实操演练一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任务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观察机器学习应用案例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判断应用是否属于机器学习并说明学习方式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步骤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阅读案例材料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分析应用场景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判断是否属于机器学习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填写判断结果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4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04  讲授新课二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三类学习方式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监督学习的概念与示例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无监督学习的概念与示例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强化学习的概念与示例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核心术语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样本、特征、标签、训练、模型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4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05  实操演练二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任务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区分监督/无监督/强化学习任务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匹配核心术语并描述机器学习流程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2000" b="1" i="0">
                <a:solidFill>
                  <a:srgbClr val="5B4DBE"/>
                </a:solidFill>
                <a:latin typeface="微软雅黑"/>
                <a:ea typeface="微软雅黑"/>
              </a:rPr>
              <a:t>步骤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判断任务所属类型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完成术语匹配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描述机器学习流程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小组讨论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4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06  巩固练习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机器学习概念辨析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三类学习方式判断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核心术语理解与应用场景分析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4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07  课堂小结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058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机器学习的基本概念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三类学习方式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333333"/>
                </a:solidFill>
                <a:latin typeface="微软雅黑"/>
                <a:ea typeface="微软雅黑"/>
              </a:rPr>
              <a:t>▪ 核心术语与学习流程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4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0">
                <a:solidFill>
                  <a:srgbClr val="FFFFFF"/>
                </a:solidFill>
                <a:latin typeface="微软雅黑"/>
                <a:ea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