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深度网络调参与评估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1.说出深度网络超参数（隐藏层数、节点数、学习率）的调优方法；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2.说出过拟合与欠拟合的判断及常用应对策略。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1.能使用Python完成深度网络的调参实验与结果对比；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2.能对模型进行系统评估并给出优化结论。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1.养成规范实验、客观记录的职业习惯；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2.培养严谨求实、精益求精的工作态度。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1.认识模型评估在人工智能应用中的重要性；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2.树立数据驱动决策、实事求是的科学精神。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161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1.回顾单隐层神经网络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2.提出“如何让网络效果更好”的问题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3.引出深度网络调参与评估主题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1.深度网络与深层结构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2.超参数与调优方法（隐藏层数、节点数、学习率）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3.训练过程监控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4.早停策略与应用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1.搭建多层深度网络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2.设置隐藏层数与节点数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3.完成网络训练与过程监控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4.记录训练数据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1.过拟合与欠拟合的判断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2.正则化与Dropout方法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3.模型评估指标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4.调优结果对比分析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1.对比不同超参数的训练结果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2.应用正则化缓解过拟合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3.完成模型评估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4.形成调优结论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1.超参数调优要点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2.过拟合与欠拟合辨析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3.正则化方法理解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4.评估指标应用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1.深度网络结构总结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2.超参数调优总结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3.过拟合应对总结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4.模型评估总结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