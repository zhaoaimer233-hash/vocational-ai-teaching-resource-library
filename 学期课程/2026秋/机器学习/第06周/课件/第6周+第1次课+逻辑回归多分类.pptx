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逻辑回归多分类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1.说出逻辑回归多分类的基本原理与softmax函数；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2.说出多分类模型的标签编码方法与评价指标。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1.能使用Python实现逻辑回归多分类模型训练；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2.能对多分类模型进行评估与结果分析。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1.养成规范建模与科学实验的职业习惯；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2.培养数据驱动的分析思维与严谨态度。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1.认识人工智能技术在多类别识别任务中的应用价值；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2.树立实事求是、精益求精的科学精神。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1616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2.设备与课件检查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4.明确课堂纪律要求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1.回顾逻辑回归二分类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2.提出“如何解决三类及以上分类问题”的问题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3.引出逻辑回归多分类主题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1.多分类问题概述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2.多分类逻辑回归原理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3.标签编码方法（One-Hot）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4.softmax函数与多分类数据集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1.读取多分类数据集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2.标签编码处理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3.构建多分类逻辑回归模型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4.完成模型训练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1.多分类预测方法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2.评价指标（准确率、宏平均与微平均F1）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3.分类结果可视化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4.模型优化要点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1.完成多分类预测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2.计算评价指标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3.分析各类别表现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4.对比二分类与多分类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1.多分类原理辨析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2.标签编码理解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3.softmax函数要点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4.多分类评价指标应用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1.多分类原理总结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2.标签编码总结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3.多分类预测总结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4.评价指标总结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