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单隐层神经网络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1.说出单隐层神经网络的结构与工作原理；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2.说出激活函数与反向传播的基本概念。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1.能使用Python构建并训练单隐层神经网络；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2.能对神经网络模型进行预测与效果评估。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1.养成规范建模、严谨调试的职业习惯；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2.培养探索创新与独立分析问题的能力。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1.认识人工智能前沿技术在模式识别中的应用价值；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2.树立严谨求实、勇攀科技高峰的科学精神。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1616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2.设备与课件检查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4.明确课堂纪律要求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1.回顾逻辑回归多分类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2.提出“如何提升复杂分类能力”的问题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3.引出单隐层神经网络主题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1.神经元与感知机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2.单隐层神经网络结构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3.输入层、隐藏层与输出层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4.权重与偏置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1.构建单隐层网络结构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2.设置隐藏层节点数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3.完成网络训练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4.查看训练结果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1.常用激活函数（ReLU、Sigmoid、tanh）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2.损失函数与反向传播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3.训练过程可视化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4.模型评估指标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1.完成分类预测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2.对比激活函数与节点数的影响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3.绘制训练曲线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4.分析网络性能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1.网络结构辨析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2.激活函数理解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3.反向传播要点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4.评估指标应用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1.网络结构总结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2.激活函数总结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3.反向传播总结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4.模型评估总结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