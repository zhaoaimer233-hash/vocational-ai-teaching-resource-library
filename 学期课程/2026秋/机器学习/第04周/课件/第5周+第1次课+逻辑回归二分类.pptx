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4884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18288"/>
          </a:xfrm>
          <a:prstGeom prst="rect">
            <a:avLst/>
          </a:prstGeom>
          <a:solidFill>
            <a:srgbClr val="EAF0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2026—2027学年第一学期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234440"/>
            <a:ext cx="103601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1F3B66"/>
                </a:solidFill>
                <a:latin typeface="微软雅黑"/>
              </a:rPr>
              <a:t>机器学习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</a:pPr>
            <a:r>
              <a:rPr sz="2600" b="0">
                <a:solidFill>
                  <a:srgbClr val="555A64"/>
                </a:solidFill>
                <a:latin typeface="微软雅黑"/>
              </a:rPr>
              <a:t>课题：</a:t>
            </a:r>
            <a:r>
              <a:rPr sz="2600" b="1">
                <a:solidFill>
                  <a:srgbClr val="2E74B5"/>
                </a:solidFill>
                <a:latin typeface="微软雅黑"/>
              </a:rPr>
              <a:t>逻辑回归二分类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09160"/>
            <a:ext cx="103601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0">
                <a:solidFill>
                  <a:srgbClr val="555A64"/>
                </a:solidFill>
                <a:latin typeface="微软雅黑"/>
              </a:rPr>
              <a:t>授课教师：李国栋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知识目标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1.说出逻辑回归的基本原理与Sigmoid函数；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2.说出二分类问题的评价指标（准确率、精确率、召回率）。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3444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527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技能目标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1.能使用Python实现逻辑回归二分类模型训练；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2.能对二分类模型进行评估与分析。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职业素养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1.养成规范建模与科学实验的职业习惯；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2.培养数据驱动的分析思维。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82296" cy="173736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81304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思政目标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5212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1.认识人工智能技术在分类任务中的应用价值；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333333"/>
                </a:solidFill>
                <a:latin typeface="微软雅黑"/>
              </a:rPr>
              <a:t>▪  2.树立实事求是、精益求精的科学精神。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11556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07592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组织教学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3852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6596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导入新课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9689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2432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25526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82696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136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941064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讲授新课2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71999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599431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实操演练2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257800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巩固练习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88873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916168"/>
            <a:ext cx="96012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200" b="1">
                <a:solidFill>
                  <a:srgbClr val="1F3B66"/>
                </a:solidFill>
                <a:latin typeface="微软雅黑"/>
              </a:rPr>
              <a:t>课堂小结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组织教学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1.点名与学情确认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2.设备与课件检查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3.介绍课程任务要求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4.明确课堂纪律要求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导入新课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1.回顾线性回归模型训练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2.提出“如何解决分类问题”的问题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3.引出逻辑回归与二分类主题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1.逻辑回归的基本原理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2.Sigmoid函数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3.分类决策边界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4.二分类数据集介绍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1.读取并查看二分类数据集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2.构建逻辑回归模型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3.完成模型训练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4.查看模型参数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讲授新课2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1.概率输出与阈值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2.分类预测方法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3.评价指标（准确率、精确率、召回率）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4.混淆矩阵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实操演练2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1.完成二分类预测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2.计算评价指标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3.绘制混淆矩阵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4.分析模型表现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巩固练习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1.逻辑回归原理辨析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2.Sigmoid函数理解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3.评价指标应用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4.混淆矩阵要点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"/>
            <a:ext cx="29260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9DC3E6"/>
                </a:solidFill>
                <a:latin typeface="微软雅黑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37160"/>
            <a:ext cx="10058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微软雅黑"/>
              </a:rPr>
              <a:t>课堂小结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63040"/>
            <a:ext cx="106070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1.逻辑回归原理总结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2.Sigmoid函数总结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3.分类预测总结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</a:pPr>
            <a:r>
              <a:rPr sz="2000" b="0">
                <a:solidFill>
                  <a:srgbClr val="333333"/>
                </a:solidFill>
                <a:latin typeface="微软雅黑"/>
              </a:rPr>
              <a:t>▪  4.评价指标总结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微软雅黑"/>
              </a:rP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9DC3E6"/>
                </a:solidFill>
                <a:latin typeface="微软雅黑"/>
              </a:rPr>
              <a:t>THANKS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