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线性回归模型训练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1.说出线性回归模型的训练流程与损失函数；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2.说出梯度下降的原理与模型评估指标。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1.能使用Python实现线性回归模型的训练；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2.能对模型进行预测与效果评估。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1.养成规范编码、科学实验的职业习惯；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2.培养数据驱动的分析思维。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1.认识算法技术在产业应用中的价值；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2.树立实事求是、精益求精的科学精神。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1616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2.设备与课件检查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4.明确课堂纪律要求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1.回顾线性回归数据处理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2.提出“如何训练线性回归模型”的问题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3.引出模型训练主题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1.线性回归模型的形式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2.损失函数（均方误差）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3.模型训练流程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4.训练集与测试集划分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1.划分训练集与测试集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2.构建线性回归模型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3.完成模型训练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4.查看模型参数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1.梯度下降原理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2.学习率的作用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3.模型预测方法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4.模型评估指标（MSE、R²）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1.完成模型预测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2.计算模型评估指标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3.调整学习率观察训练效果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4.分析模型表现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1.模型训练流程辨析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2.损失函数理解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3.梯度下降与学习率要点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4.评估指标应用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1.模型训练流程总结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2.损失函数总结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3.梯度下降总结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4.模型评估总结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