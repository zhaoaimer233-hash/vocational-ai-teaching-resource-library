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移动机器人感知与功能调试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分拣、快递机器人调试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1.说出分拣机器人与快递小哥机器人的组成与任务流程；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2.说出路径规划、颜色识别与搬运联调的调试方法。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1.能完成路径规划、行走控制与颜色识别标定；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2.能完成识别与搬运的整机联调。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1.培养规范调试、严谨测试的职业习惯；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2.强化团队协作与质量责任意识。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1.认识智能物流机器人提升仓储分拣效率的应用价值；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2.树立技术服务社会、效率创新的职业观念。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2.器材与工位检查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3.明确综合调试任务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4.强调操作安全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1.回顾环境传感器认知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2.展示智能仓储分拣与快递配送机器人案例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3.引出分拣、快递机器人综合任务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1.分拣机器人与快递小哥机器人的组成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2.路径规划与行走控制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3.颜色识别与分类逻辑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4.搬运动作与整机联调步骤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1.完成路径规划与行走调试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2.完成颜色识别标定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3.部署识别与分类程序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1.完成识别与搬运联调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2.测试分拣与配送效果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3.优化识别与行走参数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1.机器人组成要点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2.路径与识别要点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3.搬运联调流程梳理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4.参数优化要点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1.机器人组成总结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2.路径与识别总结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3.搬运联调总结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4.参数优化总结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