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执行部件综合调试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1.说出舵机动作与灯光状态提示的调试方法；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2.说出整机基础动作联调的流程。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1.能完成舵机动作调试；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2.能完成灯光状态提示与整机基础动作联调。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1.培养规范调试、细致严谨的工作习惯；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2.强化团队协作与8S管理意识。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1.在调试实践中培养精益求精的工匠精神；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2.树立安全生产、质量至上的职业观念。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3.明确调试任务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1.回顾舵机与RGB灯带认知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2.提出“如何让机器人动作与灯光配合”的问题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3.引出执行部件综合调试任务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1.舵机动作调试方法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2.灯光状态提示设计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3.整机基础动作联调流程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4.调试中的安全检查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1.完成舵机动作调试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2.完成多舵机协同动作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3.检查动作准确性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1.设计灯光状态提示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2.完成灯光与动作配合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3.完成整机基础动作联调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1.舵机动作调试要点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2.灯光提示设计要点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3.整机联调流程梳理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4.安全检查要点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1.舵机动作调试总结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2.灯光提示总结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3.整机联调总结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4.安全检查总结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