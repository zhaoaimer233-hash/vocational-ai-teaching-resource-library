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智能产品安装与调试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移动机器人感知与功能调试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循迹与避障功能调试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1.说出循迹程序的原理与部署方法；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2.说出避障程序的原理与阈值优化方法。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1.能完成循迹程序部署与参数优化；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2.能完成避障程序部署与转向速度优化。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1.养成规范调试、记录数据的职业习惯；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2.强化团队协作与安全意识。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1.在调试实践中培养精益求精的工匠精神；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2.树立安全生产、质量至上的职业观念。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2.器材与工位检查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3.明确调试任务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4.强调操作安全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1.回顾灰度与超声波传感器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2.提出“如何让机器人自主行走”的问题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3.引出循迹与避障调试任务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1.循迹原理与程序结构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2.循迹程序部署方法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3.避障原理与程序结构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4.避障程序部署与参数优化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1.部署循迹程序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2.记录循迹阈值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3.优化转向与速度参数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4.测试循迹效果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1.部署避障程序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2.测试避障效果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3.优化转向与速度参数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4.完成功能联调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1.循迹原理要点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2.循迹参数优化要点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3.避障原理要点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4.避障参数优化要点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1.循迹调试总结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2.避障调试总结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3.参数优化总结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4.安全检查总结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