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移动机器人感知与功能调试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灰度、超声波传感器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1.说出灰度传感器、超声波传感器的工作原理与接口；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2.说出传感器采样与阈值判定的方法。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1.能完成灰度、超声波传感器的接线；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2.能完成传感器采样与阈值判定测试。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1.养成规范接线、爱护设备的职业习惯；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2.培养细致观察、数据记录意识。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1.认识传感器技术在智能制造中的重要作用；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2.树立精益求精、追求卓越的工匠精神。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1.回顾执行部件综合调试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2.提出“机器人如何感知环境”的问题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3.引出传感器主题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1.灰度传感器工作原理与接口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2.超声波传感器工作原理与接口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3.传感器接线方法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4.采样与阈值判定方法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1.连接灰度传感器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2.连接超声波传感器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3.完成采样测试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4.判定并记录阈值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1.灰度传感器原理辨析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2.超声波传感器要点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3.接线方法回顾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4.采样与阈值判定梳理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1.灰度传感器总结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2.超声波传感器总结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3.接线方法总结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4.采样阈值判定总结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