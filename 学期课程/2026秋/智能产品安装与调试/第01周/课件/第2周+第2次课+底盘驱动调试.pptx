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百变小飞机器人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底盘驱动调试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1.说出底盘驱动部件的安装方法；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2.说出电机正反转、速度、方向控制及平移旋转调试的方法。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1.能安装驱动部件并完成电机正反转、速度控制；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2.能完成机器人平移、旋转等底盘运动调试。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1.培养规范操作、细致严谨的工作习惯；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2.强化团队协作与8S管理意识。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1.在调试实践中培养精益求精的工匠精神；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2.树立安全生产、质量至上的职业观念。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2.器材与工位检查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3.明确调试任务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4.强调操作安全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1.回顾机械结构与传动原理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2.提出“如何让机器人动起来”的问题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3.引出底盘驱动调试任务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1.驱动部件的安装方法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2.电机正反转控制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3.电机速度控制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4.方向控制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5.平移与旋转调试方法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1.安装驱动部件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2.完成电机正反转调试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3.完成电机速度控制调试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1.完成方向控制调试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2.完成机器人平移调试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3.完成机器人旋转调试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1.驱动部件安装要点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2.正反转控制要点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3.速度方向控制要点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4.平移旋转调试要点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1.驱动部件安装总结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2.正反转控制总结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3.速度方向控制总结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4.平移旋转调试总结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