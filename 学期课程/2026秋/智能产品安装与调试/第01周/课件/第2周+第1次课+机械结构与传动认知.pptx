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百变小飞机器人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机械结构与传动认知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1.说出积木结构、轮轴传动的组成与原理；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2.说出直流电机和麦克纳姆轮的运动原理。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1.能识别常见机械结构与传动部件；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2.能说明麦克纳姆轮的运动特性。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1.养成细致观察、规范操作的职业习惯；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2.培养爱护器材、团队协作意识。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1.认识我国智能制造与机器人产业的发展成就；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2.树立精益求精、追求卓越的工匠精神。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1.回顾机器人套装组成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2.提出“机器人如何运动”的问题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3.引出机械结构与传动主题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1.积木结构认识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2.轮轴传动原理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3.直流电机认识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4.麦克纳姆轮结构与运动原理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1.识别积木结构部件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2.识别轮轴与传动部件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3.观察麦克纳姆轮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4.记录结构与传动原理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1.积木结构辨析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2.轮轴传动要点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3.直流电机作用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4.麦克纳姆轮运动特性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1.积木结构总结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2.轮轴传动总结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3.直流电机总结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4.麦克纳姆轮原理总结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