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百变小飞机器人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任务导入与安全规范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1.说出百变小飞机器人套装的组成与各部件名称；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2.说出套装工具、接口及安全用电、8S管理的要求。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1.能识别套装各部件与接口；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2.能按8S要求规范摆放工具与器材。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1.树立安全用电与规范操作意识；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2.养成整理整顿、爱护设备的职业习惯。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1.在规范作业中树立工匠精神与安全意识；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2.培养团队协作、精益求精的职业品质。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2.设备与器材检查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4.明确实训纪律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1.展示百变小飞机器人成品与功能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2.提出“如何装配一台机器人”的问题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3.引出套装与安全规范主题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1.套装组成（积木、控制器、动力与感知部件）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2.常用工具与接口认识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3.安全用电要求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4.8S管理要求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1.识别套装各部件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2.识别工具与接口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3.按8S要求摆放器材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1.套装组成辨析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2.安全用电要点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3.8S管理要点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4.工具接口认知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1.套装组成总结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2.工具接口总结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3.安全用电总结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4.8S管理总结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