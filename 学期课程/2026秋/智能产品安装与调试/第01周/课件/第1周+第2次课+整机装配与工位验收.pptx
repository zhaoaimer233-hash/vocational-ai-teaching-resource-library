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百变小飞机器人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整机装配与工位验收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1.说出机器人底盘装配的流程与要点；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2.说出线路连接与通电前检查的方法。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1.能按流程完成底盘装配与线路连接；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2.能完成通电前检查并进行工位验收。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1.培养细致严谨、规范操作的工作习惯；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2.强化8S管理与团队协作意识。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1.在动手实践中培养精益求精的工匠精神；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2.树立安全生产、质量至上的职业观念。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2.器材与工位检查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3.明确装配任务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4.强调操作安全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1.回顾上节套装组成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2.提出“如何装配机器人底盘”问题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3.引出装配流程与通电检查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1.装配前的器材清点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2.底盘装配流程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3.线路连接方法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4.通电前检查要点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5.工位验收与8S整理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1.清点积木与部件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2.完成底盘装配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3.完成线路连接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1.进行通电前检查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2.确认装配与线路正确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3.工位验收与8S整理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1.底盘装配流程回顾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2.线路连接要点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3.通电前检查要点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4.8S与验收规范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1.底盘装配总结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2.线路连接总结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3.通电前检查总结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4.工位验收总结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