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移动机器人智能视觉调试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摄像头与语音模块认知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1.说出摄像头、语音识别与语音合成模块的组成与接口；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2.说出各模块的工作流程与适用场景。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1.能识别并连接摄像头与语音识别、语音合成模块；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2.能说明各模块在智能机器人中的作用。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1.养成规范接线、细致观察的职业习惯；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2.培养对新技术的学习兴趣与创新意识。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1.认识人工智能视觉与语音技术在生活与产业中的应用；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2.树立科技服务生活、创新进取的价值观念。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2.设备与器材检查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4.明确实训纪律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1.回顾救援侦察/排爆机器人综合任务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2.展示智能视觉与语音交互应用案例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3.引出摄像头与语音模块主题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1.摄像头模块的组成与接口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2.语音识别模块的接口与工作流程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3.语音合成模块的接口与工作流程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4.模块选型与搭配要点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1.识别摄像头与语音模块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2.完成模块接口连接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3.检查连接正确性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1.摄像头模块辨析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2.语音识别流程要点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3.语音合成流程要点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4.接口与选型梳理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1.摄像头模块总结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2.语音识别模块总结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3.语音合成模块总结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4.接口连接总结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