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182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2026—2027学年第一学期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1F3B66"/>
                </a:solidFill>
                <a:latin typeface="微软雅黑"/>
              </a:rPr>
              <a:t>智能产品安装与调试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移动机器人智能视觉调试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分课题：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图像、语音采集测试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授课教师：李国栋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知识目标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1.说出摄像头接入与画面采集的调试方法；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2.说出语音指令与语音反馈的测试流程。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技能目标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1.能完成摄像头接入与画面采集测试；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2.能完成语音指令识别与语音合成反馈测试。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职业素养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1.培养规范调试、耐心测试的职业习惯；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2.强化问题排查与团队协作意识。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思政目标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1.认识语音交互与机器视觉技术改善人机沟通的价值；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2.树立严谨细致、精益求精的职业品质。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组织教学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导入新课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243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8269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4106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99431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巩固练习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5780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课堂小结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组织教学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1.点名与学情确认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2.设备与模块检查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3.明确测试任务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4.强调操作安全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导入新课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1.回顾摄像头与语音模块认知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2.提出“如何让机器人看得见、听得懂”的问题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3.引出图像、语音采集测试任务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1.摄像头接入与驱动配置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2.画面采集与参数设置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3.语音指令采集与识别测试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4.语音合成反馈测试方法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1.完成摄像头接入与驱动配置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2.采集并保存画面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3.设置分辨率等采集参数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4.检查画面质量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1.采集并识别语音指令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2.测试语音合成反馈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3.优化识别稳定性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4.小组互检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巩固练习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1.摄像头接入要点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2.画面采集参数要点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3.语音指令测试要点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4.语音反馈测试要点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1.摄像头接入总结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2.画面采集总结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3.语音指令测试总结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4.稳定性优化总结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9DC3E6"/>
                </a:solidFill>
                <a:latin typeface="微软雅黑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