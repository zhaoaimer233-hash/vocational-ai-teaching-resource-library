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智能产品安装与调试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移动机器人感知与功能调试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环境传感器认知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1.说出土壤、温湿度、火焰传感器的用途与接口；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2.说出环境传感器数据读取的方法。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1.能完成环境传感器的接线；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2.能完成环境传感器数据读取测试。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1.养成规范接线、爱护设备的职业习惯；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2.培养细致观察、数据记录意识。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1.认识传感器技术在智慧农业与智能制造中的作用；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2.树立精益求精、追求卓越的工匠精神。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2.设备与器材检查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3.介绍课程任务要求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4.明确实训纪律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1.回顾灰度与超声波传感器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2.提出“机器人还能感知哪些环境信息”的问题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3.引出环境传感器主题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1.土壤传感器的用途与接口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2.温湿度传感器的用途与接口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3.火焰传感器的用途与接口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4.环境传感器数据读取方法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1.连接土壤传感器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2.连接温湿度传感器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3.连接火焰传感器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4.读取数据并记录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1.土壤传感器用途辨析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2.温湿度传感器要点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3.火焰传感器要点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4.数据读取方法梳理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1.土壤传感器总结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2.温湿度传感器总结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3.火焰传感器总结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4.数据读取总结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