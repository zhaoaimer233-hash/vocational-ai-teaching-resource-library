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移动机器人感知与功能调试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救援侦察/排爆机器人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1.说出救援侦察/排爆机器人的组成与任务要求；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2.说出整机装配与联调的流程及验收标准。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1.能完成救援侦察/排爆机器人的装配与联调；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2.能开展小组互检与任务验收。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1.培养规范装配、严谨调试与安全操作习惯；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2.强化团队协作与质量责任意识。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1.认识特种机器人救援排爆的社会价值；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2.树立技术服务社会、应急处变的责任担当。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2.器材与工位检查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3.明确综合任务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1.回顾多传感器任务分析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2.展示救援排爆机器人应用案例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3.引出救援侦察/排爆机器人综合任务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1.救援侦察/排爆机器人组成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2.任务流程与要求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3.装配与联调步骤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4.互检与验收标准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1.完成机器人装配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2.多传感器与执行部件联调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3.任务程序部署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1.开展小组互检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2.完成任务演示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3.任务验收与问题复盘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1.机器人组成要点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2.任务流程梳理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3.联调步骤回顾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4.验收标准要点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1.机器人组成总结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2.联调过程总结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3.互检验收总结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4.问题复盘总结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