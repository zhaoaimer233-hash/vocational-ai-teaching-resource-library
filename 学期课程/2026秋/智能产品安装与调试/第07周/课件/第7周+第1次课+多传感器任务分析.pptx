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多传感器任务分析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1.说出多传感器融合的概念与作用；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2.说出任务流程分析与异常处置的设计方法。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1.能分析多传感器任务流程并绘制流程图；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2.能设计传感器异常情况的处置方案。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1.培养系统分析、规范记录的思维习惯；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2.强化团队协作与安全责任意识。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1.认识多传感器融合技术在智能装备中的价值；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2.树立严谨细致、精益求精的工作作风。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1.回顾环境传感器认知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2.提出“如何让多个传感器协同工作”的问题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3.引出多传感器任务分析主题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1.多传感器融合的概念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2.任务流程分析方法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3.传感器任务分工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4.异常识别与处置方案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1.分析综合任务场景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2.绘制任务流程图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3.制定传感器异常处置方案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1.多传感器融合概念辨析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2.任务流程分析要点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3.传感器分工梳理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4.异常处置要点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1.多传感器融合总结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2.任务流程分析总结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3.传感器分工总结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4.异常处置总结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