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97" r:id="rId2"/>
    <p:sldId id="295" r:id="rId3"/>
    <p:sldId id="289" r:id="rId4"/>
    <p:sldId id="291" r:id="rId5"/>
    <p:sldId id="296" r:id="rId6"/>
    <p:sldId id="293" r:id="rId7"/>
    <p:sldId id="29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D4"/>
    <a:srgbClr val="F6E979"/>
    <a:srgbClr val="92B3AD"/>
    <a:srgbClr val="12857E"/>
    <a:srgbClr val="000000"/>
    <a:srgbClr val="FFFFFF"/>
    <a:srgbClr val="993300"/>
    <a:srgbClr val="CC3300"/>
    <a:srgbClr val="66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81" autoAdjust="0"/>
    <p:restoredTop sz="95244" autoAdjust="0"/>
  </p:normalViewPr>
  <p:slideViewPr>
    <p:cSldViewPr snapToGrid="0">
      <p:cViewPr varScale="1">
        <p:scale>
          <a:sx n="46" d="100"/>
          <a:sy n="46" d="100"/>
        </p:scale>
        <p:origin x="43" y="82"/>
      </p:cViewPr>
      <p:guideLst/>
    </p:cSldViewPr>
  </p:slideViewPr>
  <p:outlineViewPr>
    <p:cViewPr>
      <p:scale>
        <a:sx n="33" d="100"/>
        <a:sy n="33" d="100"/>
      </p:scale>
      <p:origin x="0" y="-499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33" d="100"/>
          <a:sy n="33" d="100"/>
        </p:scale>
        <p:origin x="3114" y="10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ruel Tao" userId="5ea5c98d59b44d4b" providerId="LiveId" clId="{A4B67D7D-BC74-4496-B91F-814518757E7E}"/>
    <pc:docChg chg="undo redo custSel addSld delSld modSld sldOrd modMainMaster">
      <pc:chgData name="Scruel Tao" userId="5ea5c98d59b44d4b" providerId="LiveId" clId="{A4B67D7D-BC74-4496-B91F-814518757E7E}" dt="2023-06-02T13:44:05.669" v="5418" actId="20577"/>
      <pc:docMkLst>
        <pc:docMk/>
      </pc:docMkLst>
      <pc:sldChg chg="modSp add del mod modTransition">
        <pc:chgData name="Scruel Tao" userId="5ea5c98d59b44d4b" providerId="LiveId" clId="{A4B67D7D-BC74-4496-B91F-814518757E7E}" dt="2023-05-05T14:59:42.841" v="4763"/>
        <pc:sldMkLst>
          <pc:docMk/>
          <pc:sldMk cId="1112998187" sldId="257"/>
        </pc:sldMkLst>
        <pc:spChg chg="mod">
          <ac:chgData name="Scruel Tao" userId="5ea5c98d59b44d4b" providerId="LiveId" clId="{A4B67D7D-BC74-4496-B91F-814518757E7E}" dt="2023-04-26T04:42:35.630" v="12" actId="2711"/>
          <ac:spMkLst>
            <pc:docMk/>
            <pc:sldMk cId="1112998187" sldId="257"/>
            <ac:spMk id="2" creationId="{1422DFF6-0952-1023-64E3-97184D36BE3F}"/>
          </ac:spMkLst>
        </pc:spChg>
        <pc:spChg chg="mod">
          <ac:chgData name="Scruel Tao" userId="5ea5c98d59b44d4b" providerId="LiveId" clId="{A4B67D7D-BC74-4496-B91F-814518757E7E}" dt="2023-04-26T10:57:20.554" v="3112" actId="20577"/>
          <ac:spMkLst>
            <pc:docMk/>
            <pc:sldMk cId="1112998187" sldId="257"/>
            <ac:spMk id="3" creationId="{AC7759D9-0BB4-08ED-8476-24F7D903D6DE}"/>
          </ac:spMkLst>
        </pc:spChg>
      </pc:sldChg>
      <pc:sldChg chg="del">
        <pc:chgData name="Scruel Tao" userId="5ea5c98d59b44d4b" providerId="LiveId" clId="{A4B67D7D-BC74-4496-B91F-814518757E7E}" dt="2023-04-26T02:43:15.831" v="0" actId="47"/>
        <pc:sldMkLst>
          <pc:docMk/>
          <pc:sldMk cId="1199684676" sldId="259"/>
        </pc:sldMkLst>
      </pc:sldChg>
      <pc:sldChg chg="addSp delSp modSp mod modTransition">
        <pc:chgData name="Scruel Tao" userId="5ea5c98d59b44d4b" providerId="LiveId" clId="{A4B67D7D-BC74-4496-B91F-814518757E7E}" dt="2023-06-02T13:44:05.669" v="5418" actId="20577"/>
        <pc:sldMkLst>
          <pc:docMk/>
          <pc:sldMk cId="0" sldId="260"/>
        </pc:sldMkLst>
        <pc:spChg chg="del">
          <ac:chgData name="Scruel Tao" userId="5ea5c98d59b44d4b" providerId="LiveId" clId="{A4B67D7D-BC74-4496-B91F-814518757E7E}" dt="2023-05-16T03:56:28.323" v="5402" actId="478"/>
          <ac:spMkLst>
            <pc:docMk/>
            <pc:sldMk cId="0" sldId="260"/>
            <ac:spMk id="2" creationId="{51B8E4C0-E15B-4BD0-7B5B-A44A3D5B0C34}"/>
          </ac:spMkLst>
        </pc:spChg>
        <pc:spChg chg="del">
          <ac:chgData name="Scruel Tao" userId="5ea5c98d59b44d4b" providerId="LiveId" clId="{A4B67D7D-BC74-4496-B91F-814518757E7E}" dt="2023-05-03T00:08:03.807" v="4357" actId="478"/>
          <ac:spMkLst>
            <pc:docMk/>
            <pc:sldMk cId="0" sldId="260"/>
            <ac:spMk id="3" creationId="{C8068F35-EF78-6218-F528-48E9ED924DF4}"/>
          </ac:spMkLst>
        </pc:spChg>
        <pc:spChg chg="add mod">
          <ac:chgData name="Scruel Tao" userId="5ea5c98d59b44d4b" providerId="LiveId" clId="{A4B67D7D-BC74-4496-B91F-814518757E7E}" dt="2023-05-03T00:08:04.066" v="4358"/>
          <ac:spMkLst>
            <pc:docMk/>
            <pc:sldMk cId="0" sldId="260"/>
            <ac:spMk id="4" creationId="{50244003-1FC0-6A38-3D26-BD5D2D3A6137}"/>
          </ac:spMkLst>
        </pc:spChg>
        <pc:spChg chg="mod">
          <ac:chgData name="Scruel Tao" userId="5ea5c98d59b44d4b" providerId="LiveId" clId="{A4B67D7D-BC74-4496-B91F-814518757E7E}" dt="2023-06-02T13:44:05.669" v="5418" actId="20577"/>
          <ac:spMkLst>
            <pc:docMk/>
            <pc:sldMk cId="0" sldId="260"/>
            <ac:spMk id="1227783" creationId="{F7B3941E-B689-22D6-F18C-358E4BAEDF5F}"/>
          </ac:spMkLst>
        </pc:spChg>
      </pc:sldChg>
      <pc:sldChg chg="del">
        <pc:chgData name="Scruel Tao" userId="5ea5c98d59b44d4b" providerId="LiveId" clId="{A4B67D7D-BC74-4496-B91F-814518757E7E}" dt="2023-04-26T02:43:15.831" v="0" actId="47"/>
        <pc:sldMkLst>
          <pc:docMk/>
          <pc:sldMk cId="1751565490" sldId="276"/>
        </pc:sldMkLst>
      </pc:sldChg>
      <pc:sldChg chg="add del">
        <pc:chgData name="Scruel Tao" userId="5ea5c98d59b44d4b" providerId="LiveId" clId="{A4B67D7D-BC74-4496-B91F-814518757E7E}" dt="2023-05-01T18:26:47.620" v="4234" actId="47"/>
        <pc:sldMkLst>
          <pc:docMk/>
          <pc:sldMk cId="2706538019" sldId="277"/>
        </pc:sldMkLst>
      </pc:sldChg>
      <pc:sldChg chg="addSp delSp modSp add mod modTransition modClrScheme modAnim chgLayout">
        <pc:chgData name="Scruel Tao" userId="5ea5c98d59b44d4b" providerId="LiveId" clId="{A4B67D7D-BC74-4496-B91F-814518757E7E}" dt="2023-05-06T03:52:36.431" v="5154"/>
        <pc:sldMkLst>
          <pc:docMk/>
          <pc:sldMk cId="3519437269" sldId="279"/>
        </pc:sldMkLst>
        <pc:spChg chg="mod ord">
          <ac:chgData name="Scruel Tao" userId="5ea5c98d59b44d4b" providerId="LiveId" clId="{A4B67D7D-BC74-4496-B91F-814518757E7E}" dt="2023-04-26T07:41:54.752" v="134" actId="700"/>
          <ac:spMkLst>
            <pc:docMk/>
            <pc:sldMk cId="3519437269" sldId="279"/>
            <ac:spMk id="2" creationId="{BAD162F0-2175-84E9-2387-55F669162449}"/>
          </ac:spMkLst>
        </pc:spChg>
        <pc:spChg chg="mod ord">
          <ac:chgData name="Scruel Tao" userId="5ea5c98d59b44d4b" providerId="LiveId" clId="{A4B67D7D-BC74-4496-B91F-814518757E7E}" dt="2023-05-03T02:45:53.156" v="4460" actId="113"/>
          <ac:spMkLst>
            <pc:docMk/>
            <pc:sldMk cId="3519437269" sldId="279"/>
            <ac:spMk id="3" creationId="{0E2FC508-1AFD-A957-52F2-FA1DEF2A9D27}"/>
          </ac:spMkLst>
        </pc:spChg>
        <pc:spChg chg="add mod">
          <ac:chgData name="Scruel Tao" userId="5ea5c98d59b44d4b" providerId="LiveId" clId="{A4B67D7D-BC74-4496-B91F-814518757E7E}" dt="2023-05-06T03:52:23.477" v="5150" actId="14100"/>
          <ac:spMkLst>
            <pc:docMk/>
            <pc:sldMk cId="3519437269" sldId="279"/>
            <ac:spMk id="4" creationId="{3AE4DBCE-5183-83A0-C3C1-F3FADF7CE9AF}"/>
          </ac:spMkLst>
        </pc:spChg>
        <pc:spChg chg="mod">
          <ac:chgData name="Scruel Tao" userId="5ea5c98d59b44d4b" providerId="LiveId" clId="{A4B67D7D-BC74-4496-B91F-814518757E7E}" dt="2023-04-26T07:41:28.279" v="130" actId="1076"/>
          <ac:spMkLst>
            <pc:docMk/>
            <pc:sldMk cId="3519437269" sldId="279"/>
            <ac:spMk id="5" creationId="{B7A8CE03-6A77-60EC-056E-D7A0019640A3}"/>
          </ac:spMkLst>
        </pc:spChg>
        <pc:spChg chg="add del mod">
          <ac:chgData name="Scruel Tao" userId="5ea5c98d59b44d4b" providerId="LiveId" clId="{A4B67D7D-BC74-4496-B91F-814518757E7E}" dt="2023-04-30T14:02:15.295" v="3348"/>
          <ac:spMkLst>
            <pc:docMk/>
            <pc:sldMk cId="3519437269" sldId="279"/>
            <ac:spMk id="6" creationId="{1443A09F-B272-AF13-2D3F-428530A44207}"/>
          </ac:spMkLst>
        </pc:spChg>
        <pc:spChg chg="mod">
          <ac:chgData name="Scruel Tao" userId="5ea5c98d59b44d4b" providerId="LiveId" clId="{A4B67D7D-BC74-4496-B91F-814518757E7E}" dt="2023-04-29T18:12:50.536" v="3205" actId="113"/>
          <ac:spMkLst>
            <pc:docMk/>
            <pc:sldMk cId="3519437269" sldId="279"/>
            <ac:spMk id="7" creationId="{12C899D8-51C5-D9B7-A323-E6EFE4AB5C33}"/>
          </ac:spMkLst>
        </pc:spChg>
        <pc:spChg chg="add mod">
          <ac:chgData name="Scruel Tao" userId="5ea5c98d59b44d4b" providerId="LiveId" clId="{A4B67D7D-BC74-4496-B91F-814518757E7E}" dt="2023-05-06T03:52:33.931" v="5152" actId="14100"/>
          <ac:spMkLst>
            <pc:docMk/>
            <pc:sldMk cId="3519437269" sldId="279"/>
            <ac:spMk id="8" creationId="{99543AB7-F71C-AAA7-0DC4-EE20945758B0}"/>
          </ac:spMkLst>
        </pc:spChg>
      </pc:sldChg>
      <pc:sldChg chg="modSp add mod modTransition addAnim delAnim modAnim modNotesTx">
        <pc:chgData name="Scruel Tao" userId="5ea5c98d59b44d4b" providerId="LiveId" clId="{A4B67D7D-BC74-4496-B91F-814518757E7E}" dt="2023-05-08T01:18:07.472" v="5401" actId="20577"/>
        <pc:sldMkLst>
          <pc:docMk/>
          <pc:sldMk cId="3745708182" sldId="280"/>
        </pc:sldMkLst>
        <pc:spChg chg="mod">
          <ac:chgData name="Scruel Tao" userId="5ea5c98d59b44d4b" providerId="LiveId" clId="{A4B67D7D-BC74-4496-B91F-814518757E7E}" dt="2023-05-08T01:17:43.456" v="5381" actId="27636"/>
          <ac:spMkLst>
            <pc:docMk/>
            <pc:sldMk cId="3745708182" sldId="280"/>
            <ac:spMk id="3" creationId="{9E0BA8B8-92DA-1AC9-79B9-A552D184BB54}"/>
          </ac:spMkLst>
        </pc:spChg>
      </pc:sldChg>
      <pc:sldChg chg="modSp add mod modTransition modAnim">
        <pc:chgData name="Scruel Tao" userId="5ea5c98d59b44d4b" providerId="LiveId" clId="{A4B67D7D-BC74-4496-B91F-814518757E7E}" dt="2023-05-05T14:59:42.841" v="4763"/>
        <pc:sldMkLst>
          <pc:docMk/>
          <pc:sldMk cId="364430658" sldId="282"/>
        </pc:sldMkLst>
        <pc:spChg chg="mod">
          <ac:chgData name="Scruel Tao" userId="5ea5c98d59b44d4b" providerId="LiveId" clId="{A4B67D7D-BC74-4496-B91F-814518757E7E}" dt="2023-04-26T04:43:38.453" v="51"/>
          <ac:spMkLst>
            <pc:docMk/>
            <pc:sldMk cId="364430658" sldId="282"/>
            <ac:spMk id="2" creationId="{1CBF67D3-549D-0623-7687-618F66C7933B}"/>
          </ac:spMkLst>
        </pc:spChg>
        <pc:spChg chg="mod">
          <ac:chgData name="Scruel Tao" userId="5ea5c98d59b44d4b" providerId="LiveId" clId="{A4B67D7D-BC74-4496-B91F-814518757E7E}" dt="2023-05-01T16:07:16.666" v="4217" actId="5793"/>
          <ac:spMkLst>
            <pc:docMk/>
            <pc:sldMk cId="364430658" sldId="282"/>
            <ac:spMk id="5" creationId="{27E734E7-DC50-2043-E0F4-ADDF97100AAB}"/>
          </ac:spMkLst>
        </pc:spChg>
      </pc:sldChg>
      <pc:sldChg chg="modSp add del mod">
        <pc:chgData name="Scruel Tao" userId="5ea5c98d59b44d4b" providerId="LiveId" clId="{A4B67D7D-BC74-4496-B91F-814518757E7E}" dt="2023-04-26T07:50:16.307" v="648" actId="47"/>
        <pc:sldMkLst>
          <pc:docMk/>
          <pc:sldMk cId="388110602" sldId="283"/>
        </pc:sldMkLst>
        <pc:spChg chg="mod">
          <ac:chgData name="Scruel Tao" userId="5ea5c98d59b44d4b" providerId="LiveId" clId="{A4B67D7D-BC74-4496-B91F-814518757E7E}" dt="2023-04-26T07:42:36.750" v="152" actId="20577"/>
          <ac:spMkLst>
            <pc:docMk/>
            <pc:sldMk cId="388110602" sldId="283"/>
            <ac:spMk id="2" creationId="{BAD162F0-2175-84E9-2387-55F669162449}"/>
          </ac:spMkLst>
        </pc:spChg>
        <pc:spChg chg="mod">
          <ac:chgData name="Scruel Tao" userId="5ea5c98d59b44d4b" providerId="LiveId" clId="{A4B67D7D-BC74-4496-B91F-814518757E7E}" dt="2023-04-26T07:48:42.722" v="625" actId="20577"/>
          <ac:spMkLst>
            <pc:docMk/>
            <pc:sldMk cId="388110602" sldId="283"/>
            <ac:spMk id="3" creationId="{0E2FC508-1AFD-A957-52F2-FA1DEF2A9D27}"/>
          </ac:spMkLst>
        </pc:spChg>
        <pc:spChg chg="mod">
          <ac:chgData name="Scruel Tao" userId="5ea5c98d59b44d4b" providerId="LiveId" clId="{A4B67D7D-BC74-4496-B91F-814518757E7E}" dt="2023-04-26T07:48:23.240" v="585" actId="1076"/>
          <ac:spMkLst>
            <pc:docMk/>
            <pc:sldMk cId="388110602" sldId="283"/>
            <ac:spMk id="5" creationId="{B7A8CE03-6A77-60EC-056E-D7A0019640A3}"/>
          </ac:spMkLst>
        </pc:spChg>
        <pc:spChg chg="mod">
          <ac:chgData name="Scruel Tao" userId="5ea5c98d59b44d4b" providerId="LiveId" clId="{A4B67D7D-BC74-4496-B91F-814518757E7E}" dt="2023-04-26T07:47:52.228" v="498" actId="1036"/>
          <ac:spMkLst>
            <pc:docMk/>
            <pc:sldMk cId="388110602" sldId="283"/>
            <ac:spMk id="7" creationId="{12C899D8-51C5-D9B7-A323-E6EFE4AB5C33}"/>
          </ac:spMkLst>
        </pc:spChg>
      </pc:sldChg>
      <pc:sldChg chg="delSp modSp add del mod delAnim">
        <pc:chgData name="Scruel Tao" userId="5ea5c98d59b44d4b" providerId="LiveId" clId="{A4B67D7D-BC74-4496-B91F-814518757E7E}" dt="2023-04-30T14:57:53.088" v="3552" actId="47"/>
        <pc:sldMkLst>
          <pc:docMk/>
          <pc:sldMk cId="1866763616" sldId="284"/>
        </pc:sldMkLst>
        <pc:spChg chg="mod">
          <ac:chgData name="Scruel Tao" userId="5ea5c98d59b44d4b" providerId="LiveId" clId="{A4B67D7D-BC74-4496-B91F-814518757E7E}" dt="2023-04-26T07:50:29.895" v="660" actId="20577"/>
          <ac:spMkLst>
            <pc:docMk/>
            <pc:sldMk cId="1866763616" sldId="284"/>
            <ac:spMk id="2" creationId="{BAD162F0-2175-84E9-2387-55F669162449}"/>
          </ac:spMkLst>
        </pc:spChg>
        <pc:spChg chg="mod">
          <ac:chgData name="Scruel Tao" userId="5ea5c98d59b44d4b" providerId="LiveId" clId="{A4B67D7D-BC74-4496-B91F-814518757E7E}" dt="2023-04-30T14:03:00.791" v="3353" actId="20577"/>
          <ac:spMkLst>
            <pc:docMk/>
            <pc:sldMk cId="1866763616" sldId="284"/>
            <ac:spMk id="3" creationId="{0E2FC508-1AFD-A957-52F2-FA1DEF2A9D27}"/>
          </ac:spMkLst>
        </pc:spChg>
        <pc:spChg chg="del mod">
          <ac:chgData name="Scruel Tao" userId="5ea5c98d59b44d4b" providerId="LiveId" clId="{A4B67D7D-BC74-4496-B91F-814518757E7E}" dt="2023-04-30T14:03:03.154" v="3356" actId="478"/>
          <ac:spMkLst>
            <pc:docMk/>
            <pc:sldMk cId="1866763616" sldId="284"/>
            <ac:spMk id="5" creationId="{B7A8CE03-6A77-60EC-056E-D7A0019640A3}"/>
          </ac:spMkLst>
        </pc:spChg>
        <pc:spChg chg="del mod">
          <ac:chgData name="Scruel Tao" userId="5ea5c98d59b44d4b" providerId="LiveId" clId="{A4B67D7D-BC74-4496-B91F-814518757E7E}" dt="2023-04-30T14:03:01.849" v="3354" actId="478"/>
          <ac:spMkLst>
            <pc:docMk/>
            <pc:sldMk cId="1866763616" sldId="284"/>
            <ac:spMk id="7" creationId="{12C899D8-51C5-D9B7-A323-E6EFE4AB5C33}"/>
          </ac:spMkLst>
        </pc:spChg>
      </pc:sldChg>
      <pc:sldChg chg="modSp add del mod modTransition modAnim">
        <pc:chgData name="Scruel Tao" userId="5ea5c98d59b44d4b" providerId="LiveId" clId="{A4B67D7D-BC74-4496-B91F-814518757E7E}" dt="2023-05-27T02:40:08.731" v="5414"/>
        <pc:sldMkLst>
          <pc:docMk/>
          <pc:sldMk cId="3963807838" sldId="285"/>
        </pc:sldMkLst>
        <pc:spChg chg="mod">
          <ac:chgData name="Scruel Tao" userId="5ea5c98d59b44d4b" providerId="LiveId" clId="{A4B67D7D-BC74-4496-B91F-814518757E7E}" dt="2023-04-26T07:50:36.019" v="666" actId="20577"/>
          <ac:spMkLst>
            <pc:docMk/>
            <pc:sldMk cId="3963807838" sldId="285"/>
            <ac:spMk id="2" creationId="{BAD162F0-2175-84E9-2387-55F669162449}"/>
          </ac:spMkLst>
        </pc:spChg>
        <pc:spChg chg="mod">
          <ac:chgData name="Scruel Tao" userId="5ea5c98d59b44d4b" providerId="LiveId" clId="{A4B67D7D-BC74-4496-B91F-814518757E7E}" dt="2023-05-03T04:19:32.372" v="4489" actId="207"/>
          <ac:spMkLst>
            <pc:docMk/>
            <pc:sldMk cId="3963807838" sldId="285"/>
            <ac:spMk id="3" creationId="{0E2FC508-1AFD-A957-52F2-FA1DEF2A9D27}"/>
          </ac:spMkLst>
        </pc:spChg>
        <pc:spChg chg="mod">
          <ac:chgData name="Scruel Tao" userId="5ea5c98d59b44d4b" providerId="LiveId" clId="{A4B67D7D-BC74-4496-B91F-814518757E7E}" dt="2023-05-27T02:40:08.731" v="5414"/>
          <ac:spMkLst>
            <pc:docMk/>
            <pc:sldMk cId="3963807838" sldId="285"/>
            <ac:spMk id="5" creationId="{B7A8CE03-6A77-60EC-056E-D7A0019640A3}"/>
          </ac:spMkLst>
        </pc:spChg>
        <pc:spChg chg="mod">
          <ac:chgData name="Scruel Tao" userId="5ea5c98d59b44d4b" providerId="LiveId" clId="{A4B67D7D-BC74-4496-B91F-814518757E7E}" dt="2023-05-03T14:54:58.122" v="4586" actId="207"/>
          <ac:spMkLst>
            <pc:docMk/>
            <pc:sldMk cId="3963807838" sldId="285"/>
            <ac:spMk id="7" creationId="{12C899D8-51C5-D9B7-A323-E6EFE4AB5C33}"/>
          </ac:spMkLst>
        </pc:spChg>
      </pc:sldChg>
      <pc:sldChg chg="modSp add mod modTransition modAnim">
        <pc:chgData name="Scruel Tao" userId="5ea5c98d59b44d4b" providerId="LiveId" clId="{A4B67D7D-BC74-4496-B91F-814518757E7E}" dt="2023-05-05T14:59:42.841" v="4763"/>
        <pc:sldMkLst>
          <pc:docMk/>
          <pc:sldMk cId="2762830585" sldId="286"/>
        </pc:sldMkLst>
        <pc:spChg chg="mod">
          <ac:chgData name="Scruel Tao" userId="5ea5c98d59b44d4b" providerId="LiveId" clId="{A4B67D7D-BC74-4496-B91F-814518757E7E}" dt="2023-04-26T07:51:35.982" v="717" actId="20577"/>
          <ac:spMkLst>
            <pc:docMk/>
            <pc:sldMk cId="2762830585" sldId="286"/>
            <ac:spMk id="2" creationId="{BAD162F0-2175-84E9-2387-55F669162449}"/>
          </ac:spMkLst>
        </pc:spChg>
        <pc:spChg chg="mod">
          <ac:chgData name="Scruel Tao" userId="5ea5c98d59b44d4b" providerId="LiveId" clId="{A4B67D7D-BC74-4496-B91F-814518757E7E}" dt="2023-05-03T04:19:35.518" v="4490" actId="207"/>
          <ac:spMkLst>
            <pc:docMk/>
            <pc:sldMk cId="2762830585" sldId="286"/>
            <ac:spMk id="3" creationId="{0E2FC508-1AFD-A957-52F2-FA1DEF2A9D27}"/>
          </ac:spMkLst>
        </pc:spChg>
        <pc:spChg chg="mod">
          <ac:chgData name="Scruel Tao" userId="5ea5c98d59b44d4b" providerId="LiveId" clId="{A4B67D7D-BC74-4496-B91F-814518757E7E}" dt="2023-04-29T18:18:16.519" v="3299" actId="1076"/>
          <ac:spMkLst>
            <pc:docMk/>
            <pc:sldMk cId="2762830585" sldId="286"/>
            <ac:spMk id="5" creationId="{B7A8CE03-6A77-60EC-056E-D7A0019640A3}"/>
          </ac:spMkLst>
        </pc:spChg>
        <pc:spChg chg="mod">
          <ac:chgData name="Scruel Tao" userId="5ea5c98d59b44d4b" providerId="LiveId" clId="{A4B67D7D-BC74-4496-B91F-814518757E7E}" dt="2023-04-30T16:04:40.423" v="3668" actId="1076"/>
          <ac:spMkLst>
            <pc:docMk/>
            <pc:sldMk cId="2762830585" sldId="286"/>
            <ac:spMk id="7" creationId="{12C899D8-51C5-D9B7-A323-E6EFE4AB5C33}"/>
          </ac:spMkLst>
        </pc:spChg>
      </pc:sldChg>
      <pc:sldChg chg="modSp add del mod">
        <pc:chgData name="Scruel Tao" userId="5ea5c98d59b44d4b" providerId="LiveId" clId="{A4B67D7D-BC74-4496-B91F-814518757E7E}" dt="2023-04-26T07:56:59.302" v="857" actId="47"/>
        <pc:sldMkLst>
          <pc:docMk/>
          <pc:sldMk cId="4011397584" sldId="287"/>
        </pc:sldMkLst>
        <pc:spChg chg="mod">
          <ac:chgData name="Scruel Tao" userId="5ea5c98d59b44d4b" providerId="LiveId" clId="{A4B67D7D-BC74-4496-B91F-814518757E7E}" dt="2023-04-26T07:54:54.417" v="811" actId="20577"/>
          <ac:spMkLst>
            <pc:docMk/>
            <pc:sldMk cId="4011397584" sldId="287"/>
            <ac:spMk id="2" creationId="{BAD162F0-2175-84E9-2387-55F669162449}"/>
          </ac:spMkLst>
        </pc:spChg>
        <pc:spChg chg="mod">
          <ac:chgData name="Scruel Tao" userId="5ea5c98d59b44d4b" providerId="LiveId" clId="{A4B67D7D-BC74-4496-B91F-814518757E7E}" dt="2023-04-26T07:55:13.557" v="819" actId="20577"/>
          <ac:spMkLst>
            <pc:docMk/>
            <pc:sldMk cId="4011397584" sldId="287"/>
            <ac:spMk id="3" creationId="{0E2FC508-1AFD-A957-52F2-FA1DEF2A9D27}"/>
          </ac:spMkLst>
        </pc:spChg>
        <pc:spChg chg="mod">
          <ac:chgData name="Scruel Tao" userId="5ea5c98d59b44d4b" providerId="LiveId" clId="{A4B67D7D-BC74-4496-B91F-814518757E7E}" dt="2023-04-26T07:56:21.039" v="847" actId="1076"/>
          <ac:spMkLst>
            <pc:docMk/>
            <pc:sldMk cId="4011397584" sldId="287"/>
            <ac:spMk id="5" creationId="{B7A8CE03-6A77-60EC-056E-D7A0019640A3}"/>
          </ac:spMkLst>
        </pc:spChg>
        <pc:spChg chg="mod">
          <ac:chgData name="Scruel Tao" userId="5ea5c98d59b44d4b" providerId="LiveId" clId="{A4B67D7D-BC74-4496-B91F-814518757E7E}" dt="2023-04-26T07:56:09.397" v="840" actId="20577"/>
          <ac:spMkLst>
            <pc:docMk/>
            <pc:sldMk cId="4011397584" sldId="287"/>
            <ac:spMk id="7" creationId="{12C899D8-51C5-D9B7-A323-E6EFE4AB5C33}"/>
          </ac:spMkLst>
        </pc:spChg>
      </pc:sldChg>
      <pc:sldChg chg="modSp add mod modTransition modAnim">
        <pc:chgData name="Scruel Tao" userId="5ea5c98d59b44d4b" providerId="LiveId" clId="{A4B67D7D-BC74-4496-B91F-814518757E7E}" dt="2023-05-05T14:59:42.841" v="4763"/>
        <pc:sldMkLst>
          <pc:docMk/>
          <pc:sldMk cId="3407803589" sldId="288"/>
        </pc:sldMkLst>
        <pc:spChg chg="mod">
          <ac:chgData name="Scruel Tao" userId="5ea5c98d59b44d4b" providerId="LiveId" clId="{A4B67D7D-BC74-4496-B91F-814518757E7E}" dt="2023-05-03T02:17:14.867" v="4380" actId="2711"/>
          <ac:spMkLst>
            <pc:docMk/>
            <pc:sldMk cId="3407803589" sldId="288"/>
            <ac:spMk id="3" creationId="{0E2FC508-1AFD-A957-52F2-FA1DEF2A9D27}"/>
          </ac:spMkLst>
        </pc:spChg>
        <pc:spChg chg="mod">
          <ac:chgData name="Scruel Tao" userId="5ea5c98d59b44d4b" providerId="LiveId" clId="{A4B67D7D-BC74-4496-B91F-814518757E7E}" dt="2023-04-29T18:13:27.912" v="3221" actId="113"/>
          <ac:spMkLst>
            <pc:docMk/>
            <pc:sldMk cId="3407803589" sldId="288"/>
            <ac:spMk id="7" creationId="{12C899D8-51C5-D9B7-A323-E6EFE4AB5C33}"/>
          </ac:spMkLst>
        </pc:spChg>
      </pc:sldChg>
      <pc:sldChg chg="modSp add mod modTransition modAnim">
        <pc:chgData name="Scruel Tao" userId="5ea5c98d59b44d4b" providerId="LiveId" clId="{A4B67D7D-BC74-4496-B91F-814518757E7E}" dt="2023-05-06T10:04:24.407" v="5348" actId="20577"/>
        <pc:sldMkLst>
          <pc:docMk/>
          <pc:sldMk cId="140711154" sldId="289"/>
        </pc:sldMkLst>
        <pc:spChg chg="mod">
          <ac:chgData name="Scruel Tao" userId="5ea5c98d59b44d4b" providerId="LiveId" clId="{A4B67D7D-BC74-4496-B91F-814518757E7E}" dt="2023-05-03T04:19:43.899" v="4491" actId="20577"/>
          <ac:spMkLst>
            <pc:docMk/>
            <pc:sldMk cId="140711154" sldId="289"/>
            <ac:spMk id="3" creationId="{0E2FC508-1AFD-A957-52F2-FA1DEF2A9D27}"/>
          </ac:spMkLst>
        </pc:spChg>
        <pc:spChg chg="mod">
          <ac:chgData name="Scruel Tao" userId="5ea5c98d59b44d4b" providerId="LiveId" clId="{A4B67D7D-BC74-4496-B91F-814518757E7E}" dt="2023-04-30T14:26:32.150" v="3374" actId="1076"/>
          <ac:spMkLst>
            <pc:docMk/>
            <pc:sldMk cId="140711154" sldId="289"/>
            <ac:spMk id="5" creationId="{B7A8CE03-6A77-60EC-056E-D7A0019640A3}"/>
          </ac:spMkLst>
        </pc:spChg>
        <pc:spChg chg="mod">
          <ac:chgData name="Scruel Tao" userId="5ea5c98d59b44d4b" providerId="LiveId" clId="{A4B67D7D-BC74-4496-B91F-814518757E7E}" dt="2023-05-06T10:04:24.407" v="5348" actId="20577"/>
          <ac:spMkLst>
            <pc:docMk/>
            <pc:sldMk cId="140711154" sldId="289"/>
            <ac:spMk id="7" creationId="{12C899D8-51C5-D9B7-A323-E6EFE4AB5C33}"/>
          </ac:spMkLst>
        </pc:spChg>
      </pc:sldChg>
      <pc:sldChg chg="addSp delSp modSp add mod modTransition delAnim modAnim">
        <pc:chgData name="Scruel Tao" userId="5ea5c98d59b44d4b" providerId="LiveId" clId="{A4B67D7D-BC74-4496-B91F-814518757E7E}" dt="2023-05-05T14:59:42.841" v="4763"/>
        <pc:sldMkLst>
          <pc:docMk/>
          <pc:sldMk cId="3974892786" sldId="290"/>
        </pc:sldMkLst>
        <pc:spChg chg="mod">
          <ac:chgData name="Scruel Tao" userId="5ea5c98d59b44d4b" providerId="LiveId" clId="{A4B67D7D-BC74-4496-B91F-814518757E7E}" dt="2023-05-03T02:46:12.161" v="4475" actId="5793"/>
          <ac:spMkLst>
            <pc:docMk/>
            <pc:sldMk cId="3974892786" sldId="290"/>
            <ac:spMk id="3" creationId="{0E2FC508-1AFD-A957-52F2-FA1DEF2A9D27}"/>
          </ac:spMkLst>
        </pc:spChg>
        <pc:spChg chg="del">
          <ac:chgData name="Scruel Tao" userId="5ea5c98d59b44d4b" providerId="LiveId" clId="{A4B67D7D-BC74-4496-B91F-814518757E7E}" dt="2023-04-26T08:01:41.103" v="1062" actId="478"/>
          <ac:spMkLst>
            <pc:docMk/>
            <pc:sldMk cId="3974892786" sldId="290"/>
            <ac:spMk id="5" creationId="{B7A8CE03-6A77-60EC-056E-D7A0019640A3}"/>
          </ac:spMkLst>
        </pc:spChg>
        <pc:spChg chg="add del mod">
          <ac:chgData name="Scruel Tao" userId="5ea5c98d59b44d4b" providerId="LiveId" clId="{A4B67D7D-BC74-4496-B91F-814518757E7E}" dt="2023-04-26T08:02:36.267" v="1082" actId="478"/>
          <ac:spMkLst>
            <pc:docMk/>
            <pc:sldMk cId="3974892786" sldId="290"/>
            <ac:spMk id="6" creationId="{19C7C97F-353F-03D1-5B5C-1E7DBD5E0075}"/>
          </ac:spMkLst>
        </pc:spChg>
        <pc:spChg chg="mod">
          <ac:chgData name="Scruel Tao" userId="5ea5c98d59b44d4b" providerId="LiveId" clId="{A4B67D7D-BC74-4496-B91F-814518757E7E}" dt="2023-04-29T18:14:01.806" v="3233" actId="113"/>
          <ac:spMkLst>
            <pc:docMk/>
            <pc:sldMk cId="3974892786" sldId="290"/>
            <ac:spMk id="7" creationId="{12C899D8-51C5-D9B7-A323-E6EFE4AB5C33}"/>
          </ac:spMkLst>
        </pc:spChg>
      </pc:sldChg>
      <pc:sldChg chg="add del">
        <pc:chgData name="Scruel Tao" userId="5ea5c98d59b44d4b" providerId="LiveId" clId="{A4B67D7D-BC74-4496-B91F-814518757E7E}" dt="2023-04-26T07:57:05.165" v="860"/>
        <pc:sldMkLst>
          <pc:docMk/>
          <pc:sldMk cId="4273177080" sldId="290"/>
        </pc:sldMkLst>
      </pc:sldChg>
      <pc:sldChg chg="addSp delSp modSp add mod modTransition modAnim modNotesTx">
        <pc:chgData name="Scruel Tao" userId="5ea5c98d59b44d4b" providerId="LiveId" clId="{A4B67D7D-BC74-4496-B91F-814518757E7E}" dt="2023-05-06T03:52:46.379" v="5157"/>
        <pc:sldMkLst>
          <pc:docMk/>
          <pc:sldMk cId="1363497738" sldId="291"/>
        </pc:sldMkLst>
        <pc:spChg chg="mod">
          <ac:chgData name="Scruel Tao" userId="5ea5c98d59b44d4b" providerId="LiveId" clId="{A4B67D7D-BC74-4496-B91F-814518757E7E}" dt="2023-04-26T08:03:13.191" v="1113" actId="2711"/>
          <ac:spMkLst>
            <pc:docMk/>
            <pc:sldMk cId="1363497738" sldId="291"/>
            <ac:spMk id="2" creationId="{BAD162F0-2175-84E9-2387-55F669162449}"/>
          </ac:spMkLst>
        </pc:spChg>
        <pc:spChg chg="mod">
          <ac:chgData name="Scruel Tao" userId="5ea5c98d59b44d4b" providerId="LiveId" clId="{A4B67D7D-BC74-4496-B91F-814518757E7E}" dt="2023-05-03T02:18:20.345" v="4391" actId="2711"/>
          <ac:spMkLst>
            <pc:docMk/>
            <pc:sldMk cId="1363497738" sldId="291"/>
            <ac:spMk id="3" creationId="{0E2FC508-1AFD-A957-52F2-FA1DEF2A9D27}"/>
          </ac:spMkLst>
        </pc:spChg>
        <pc:spChg chg="add mod">
          <ac:chgData name="Scruel Tao" userId="5ea5c98d59b44d4b" providerId="LiveId" clId="{A4B67D7D-BC74-4496-B91F-814518757E7E}" dt="2023-04-30T15:55:50.577" v="3586" actId="207"/>
          <ac:spMkLst>
            <pc:docMk/>
            <pc:sldMk cId="1363497738" sldId="291"/>
            <ac:spMk id="4" creationId="{1240B367-5845-5646-7A17-5047501A0AF2}"/>
          </ac:spMkLst>
        </pc:spChg>
        <pc:spChg chg="add mod">
          <ac:chgData name="Scruel Tao" userId="5ea5c98d59b44d4b" providerId="LiveId" clId="{A4B67D7D-BC74-4496-B91F-814518757E7E}" dt="2023-04-26T08:05:47.116" v="1175" actId="1076"/>
          <ac:spMkLst>
            <pc:docMk/>
            <pc:sldMk cId="1363497738" sldId="291"/>
            <ac:spMk id="5" creationId="{C2806D0C-9D45-8455-3EF3-A2BE259C34B7}"/>
          </ac:spMkLst>
        </pc:spChg>
        <pc:spChg chg="add mod">
          <ac:chgData name="Scruel Tao" userId="5ea5c98d59b44d4b" providerId="LiveId" clId="{A4B67D7D-BC74-4496-B91F-814518757E7E}" dt="2023-05-06T03:52:44.030" v="5155" actId="14100"/>
          <ac:spMkLst>
            <pc:docMk/>
            <pc:sldMk cId="1363497738" sldId="291"/>
            <ac:spMk id="6" creationId="{E9BFEB5B-C125-3171-A209-780B8C73A101}"/>
          </ac:spMkLst>
        </pc:spChg>
        <pc:spChg chg="del">
          <ac:chgData name="Scruel Tao" userId="5ea5c98d59b44d4b" providerId="LiveId" clId="{A4B67D7D-BC74-4496-B91F-814518757E7E}" dt="2023-04-26T08:03:58.526" v="1125" actId="478"/>
          <ac:spMkLst>
            <pc:docMk/>
            <pc:sldMk cId="1363497738" sldId="291"/>
            <ac:spMk id="7" creationId="{12C899D8-51C5-D9B7-A323-E6EFE4AB5C33}"/>
          </ac:spMkLst>
        </pc:spChg>
        <pc:picChg chg="add del">
          <ac:chgData name="Scruel Tao" userId="5ea5c98d59b44d4b" providerId="LiveId" clId="{A4B67D7D-BC74-4496-B91F-814518757E7E}" dt="2023-04-30T15:16:35.980" v="3555" actId="478"/>
          <ac:picMkLst>
            <pc:docMk/>
            <pc:sldMk cId="1363497738" sldId="291"/>
            <ac:picMk id="8" creationId="{CDE81AC9-3DF3-D504-C6E7-C867FE58AC3B}"/>
          </ac:picMkLst>
        </pc:picChg>
      </pc:sldChg>
      <pc:sldChg chg="addSp delSp modSp add mod modTransition delAnim modAnim modNotesTx">
        <pc:chgData name="Scruel Tao" userId="5ea5c98d59b44d4b" providerId="LiveId" clId="{A4B67D7D-BC74-4496-B91F-814518757E7E}" dt="2023-05-05T14:59:42.841" v="4763"/>
        <pc:sldMkLst>
          <pc:docMk/>
          <pc:sldMk cId="1527748610" sldId="292"/>
        </pc:sldMkLst>
        <pc:spChg chg="mod">
          <ac:chgData name="Scruel Tao" userId="5ea5c98d59b44d4b" providerId="LiveId" clId="{A4B67D7D-BC74-4496-B91F-814518757E7E}" dt="2023-05-03T02:19:09.586" v="4404" actId="113"/>
          <ac:spMkLst>
            <pc:docMk/>
            <pc:sldMk cId="1527748610" sldId="292"/>
            <ac:spMk id="3" creationId="{0E2FC508-1AFD-A957-52F2-FA1DEF2A9D27}"/>
          </ac:spMkLst>
        </pc:spChg>
        <pc:spChg chg="add mod">
          <ac:chgData name="Scruel Tao" userId="5ea5c98d59b44d4b" providerId="LiveId" clId="{A4B67D7D-BC74-4496-B91F-814518757E7E}" dt="2023-04-30T15:57:42.240" v="3592" actId="207"/>
          <ac:spMkLst>
            <pc:docMk/>
            <pc:sldMk cId="1527748610" sldId="292"/>
            <ac:spMk id="4" creationId="{50D9FEDD-66BF-5F86-4BE7-8DACB8F1C0E2}"/>
          </ac:spMkLst>
        </pc:spChg>
        <pc:spChg chg="add mod">
          <ac:chgData name="Scruel Tao" userId="5ea5c98d59b44d4b" providerId="LiveId" clId="{A4B67D7D-BC74-4496-B91F-814518757E7E}" dt="2023-04-26T08:08:24.333" v="1221" actId="1076"/>
          <ac:spMkLst>
            <pc:docMk/>
            <pc:sldMk cId="1527748610" sldId="292"/>
            <ac:spMk id="5" creationId="{114C6B1E-0645-32EC-965D-5D337B1B8CB3}"/>
          </ac:spMkLst>
        </pc:spChg>
        <pc:spChg chg="add del mod">
          <ac:chgData name="Scruel Tao" userId="5ea5c98d59b44d4b" providerId="LiveId" clId="{A4B67D7D-BC74-4496-B91F-814518757E7E}" dt="2023-05-01T13:24:42.395" v="3886" actId="21"/>
          <ac:spMkLst>
            <pc:docMk/>
            <pc:sldMk cId="1527748610" sldId="292"/>
            <ac:spMk id="6" creationId="{006661F2-EEC3-0C6B-45E4-9A43417C2037}"/>
          </ac:spMkLst>
        </pc:spChg>
        <pc:spChg chg="add del mod">
          <ac:chgData name="Scruel Tao" userId="5ea5c98d59b44d4b" providerId="LiveId" clId="{A4B67D7D-BC74-4496-B91F-814518757E7E}" dt="2023-04-30T16:00:11.235" v="3598" actId="21"/>
          <ac:spMkLst>
            <pc:docMk/>
            <pc:sldMk cId="1527748610" sldId="292"/>
            <ac:spMk id="6" creationId="{B50DFD9A-4504-3C00-7B23-46D685063EF0}"/>
          </ac:spMkLst>
        </pc:spChg>
        <pc:spChg chg="add del mod">
          <ac:chgData name="Scruel Tao" userId="5ea5c98d59b44d4b" providerId="LiveId" clId="{A4B67D7D-BC74-4496-B91F-814518757E7E}" dt="2023-05-01T13:24:42.395" v="3886" actId="21"/>
          <ac:spMkLst>
            <pc:docMk/>
            <pc:sldMk cId="1527748610" sldId="292"/>
            <ac:spMk id="7" creationId="{260C125D-8695-2F55-410D-3678B2BDB411}"/>
          </ac:spMkLst>
        </pc:spChg>
        <pc:spChg chg="add del mod">
          <ac:chgData name="Scruel Tao" userId="5ea5c98d59b44d4b" providerId="LiveId" clId="{A4B67D7D-BC74-4496-B91F-814518757E7E}" dt="2023-05-01T13:24:42.395" v="3886" actId="21"/>
          <ac:spMkLst>
            <pc:docMk/>
            <pc:sldMk cId="1527748610" sldId="292"/>
            <ac:spMk id="8" creationId="{9E4B026F-3EC0-5C83-EE8E-BDEA0A189932}"/>
          </ac:spMkLst>
        </pc:spChg>
        <pc:picChg chg="add del">
          <ac:chgData name="Scruel Tao" userId="5ea5c98d59b44d4b" providerId="LiveId" clId="{A4B67D7D-BC74-4496-B91F-814518757E7E}" dt="2023-04-30T15:39:46.965" v="3571" actId="478"/>
          <ac:picMkLst>
            <pc:docMk/>
            <pc:sldMk cId="1527748610" sldId="292"/>
            <ac:picMk id="8" creationId="{CFA0ED0B-D6B5-18E9-059D-94FC5BFDDF41}"/>
          </ac:picMkLst>
        </pc:picChg>
      </pc:sldChg>
      <pc:sldChg chg="modSp add del mod">
        <pc:chgData name="Scruel Tao" userId="5ea5c98d59b44d4b" providerId="LiveId" clId="{A4B67D7D-BC74-4496-B91F-814518757E7E}" dt="2023-04-26T08:08:07.604" v="1215" actId="47"/>
        <pc:sldMkLst>
          <pc:docMk/>
          <pc:sldMk cId="1670702621" sldId="293"/>
        </pc:sldMkLst>
        <pc:spChg chg="mod">
          <ac:chgData name="Scruel Tao" userId="5ea5c98d59b44d4b" providerId="LiveId" clId="{A4B67D7D-BC74-4496-B91F-814518757E7E}" dt="2023-04-26T08:08:00.468" v="1213" actId="14100"/>
          <ac:spMkLst>
            <pc:docMk/>
            <pc:sldMk cId="1670702621" sldId="293"/>
            <ac:spMk id="4" creationId="{50D9FEDD-66BF-5F86-4BE7-8DACB8F1C0E2}"/>
          </ac:spMkLst>
        </pc:spChg>
        <pc:spChg chg="mod">
          <ac:chgData name="Scruel Tao" userId="5ea5c98d59b44d4b" providerId="LiveId" clId="{A4B67D7D-BC74-4496-B91F-814518757E7E}" dt="2023-04-26T08:07:38.038" v="1212" actId="20577"/>
          <ac:spMkLst>
            <pc:docMk/>
            <pc:sldMk cId="1670702621" sldId="293"/>
            <ac:spMk id="5" creationId="{114C6B1E-0645-32EC-965D-5D337B1B8CB3}"/>
          </ac:spMkLst>
        </pc:spChg>
      </pc:sldChg>
      <pc:sldChg chg="add del">
        <pc:chgData name="Scruel Tao" userId="5ea5c98d59b44d4b" providerId="LiveId" clId="{A4B67D7D-BC74-4496-B91F-814518757E7E}" dt="2023-04-26T08:04:40.588" v="1147"/>
        <pc:sldMkLst>
          <pc:docMk/>
          <pc:sldMk cId="2365399600" sldId="293"/>
        </pc:sldMkLst>
      </pc:sldChg>
      <pc:sldChg chg="addSp delSp modSp add mod modTransition modNotesTx">
        <pc:chgData name="Scruel Tao" userId="5ea5c98d59b44d4b" providerId="LiveId" clId="{A4B67D7D-BC74-4496-B91F-814518757E7E}" dt="2023-05-06T03:52:58.911" v="5159" actId="1076"/>
        <pc:sldMkLst>
          <pc:docMk/>
          <pc:sldMk cId="4100469980" sldId="293"/>
        </pc:sldMkLst>
        <pc:spChg chg="mod">
          <ac:chgData name="Scruel Tao" userId="5ea5c98d59b44d4b" providerId="LiveId" clId="{A4B67D7D-BC74-4496-B91F-814518757E7E}" dt="2023-05-03T02:19:15.967" v="4406"/>
          <ac:spMkLst>
            <pc:docMk/>
            <pc:sldMk cId="4100469980" sldId="293"/>
            <ac:spMk id="3" creationId="{0E2FC508-1AFD-A957-52F2-FA1DEF2A9D27}"/>
          </ac:spMkLst>
        </pc:spChg>
        <pc:spChg chg="mod">
          <ac:chgData name="Scruel Tao" userId="5ea5c98d59b44d4b" providerId="LiveId" clId="{A4B67D7D-BC74-4496-B91F-814518757E7E}" dt="2023-04-30T16:00:23.121" v="3602" actId="207"/>
          <ac:spMkLst>
            <pc:docMk/>
            <pc:sldMk cId="4100469980" sldId="293"/>
            <ac:spMk id="4" creationId="{50D9FEDD-66BF-5F86-4BE7-8DACB8F1C0E2}"/>
          </ac:spMkLst>
        </pc:spChg>
        <pc:spChg chg="mod">
          <ac:chgData name="Scruel Tao" userId="5ea5c98d59b44d4b" providerId="LiveId" clId="{A4B67D7D-BC74-4496-B91F-814518757E7E}" dt="2023-04-26T08:08:34.741" v="1228" actId="20577"/>
          <ac:spMkLst>
            <pc:docMk/>
            <pc:sldMk cId="4100469980" sldId="293"/>
            <ac:spMk id="5" creationId="{114C6B1E-0645-32EC-965D-5D337B1B8CB3}"/>
          </ac:spMkLst>
        </pc:spChg>
        <pc:spChg chg="add del mod">
          <ac:chgData name="Scruel Tao" userId="5ea5c98d59b44d4b" providerId="LiveId" clId="{A4B67D7D-BC74-4496-B91F-814518757E7E}" dt="2023-04-30T14:44:23.300" v="3526"/>
          <ac:spMkLst>
            <pc:docMk/>
            <pc:sldMk cId="4100469980" sldId="293"/>
            <ac:spMk id="6" creationId="{79A40B58-58EA-01A1-91AA-A163D39430A3}"/>
          </ac:spMkLst>
        </pc:spChg>
        <pc:spChg chg="add del mod">
          <ac:chgData name="Scruel Tao" userId="5ea5c98d59b44d4b" providerId="LiveId" clId="{A4B67D7D-BC74-4496-B91F-814518757E7E}" dt="2023-04-30T16:00:07.564" v="3597" actId="21"/>
          <ac:spMkLst>
            <pc:docMk/>
            <pc:sldMk cId="4100469980" sldId="293"/>
            <ac:spMk id="7" creationId="{AC261D66-3638-452D-1048-1362075CB2EA}"/>
          </ac:spMkLst>
        </pc:spChg>
        <pc:spChg chg="add mod">
          <ac:chgData name="Scruel Tao" userId="5ea5c98d59b44d4b" providerId="LiveId" clId="{A4B67D7D-BC74-4496-B91F-814518757E7E}" dt="2023-05-06T03:52:58.911" v="5159" actId="1076"/>
          <ac:spMkLst>
            <pc:docMk/>
            <pc:sldMk cId="4100469980" sldId="293"/>
            <ac:spMk id="8" creationId="{77811498-C764-E9CE-28CC-8001250E3146}"/>
          </ac:spMkLst>
        </pc:spChg>
        <pc:spChg chg="add del mod">
          <ac:chgData name="Scruel Tao" userId="5ea5c98d59b44d4b" providerId="LiveId" clId="{A4B67D7D-BC74-4496-B91F-814518757E7E}" dt="2023-04-30T14:44:48.317" v="3533"/>
          <ac:spMkLst>
            <pc:docMk/>
            <pc:sldMk cId="4100469980" sldId="293"/>
            <ac:spMk id="9" creationId="{5C6C2EAD-0388-11AA-A2F9-E0B0A348FC8F}"/>
          </ac:spMkLst>
        </pc:spChg>
        <pc:picChg chg="add del">
          <ac:chgData name="Scruel Tao" userId="5ea5c98d59b44d4b" providerId="LiveId" clId="{A4B67D7D-BC74-4496-B91F-814518757E7E}" dt="2023-04-30T16:01:24.969" v="3605" actId="21"/>
          <ac:picMkLst>
            <pc:docMk/>
            <pc:sldMk cId="4100469980" sldId="293"/>
            <ac:picMk id="11" creationId="{38DC7E5B-F8C4-D4AB-325B-F95BDB50B735}"/>
          </ac:picMkLst>
        </pc:picChg>
      </pc:sldChg>
      <pc:sldChg chg="addSp modSp add mod modTransition modAnim">
        <pc:chgData name="Scruel Tao" userId="5ea5c98d59b44d4b" providerId="LiveId" clId="{A4B67D7D-BC74-4496-B91F-814518757E7E}" dt="2023-05-05T14:59:42.841" v="4763"/>
        <pc:sldMkLst>
          <pc:docMk/>
          <pc:sldMk cId="2417152714" sldId="294"/>
        </pc:sldMkLst>
        <pc:spChg chg="mod">
          <ac:chgData name="Scruel Tao" userId="5ea5c98d59b44d4b" providerId="LiveId" clId="{A4B67D7D-BC74-4496-B91F-814518757E7E}" dt="2023-04-26T08:10:37.923" v="1314"/>
          <ac:spMkLst>
            <pc:docMk/>
            <pc:sldMk cId="2417152714" sldId="294"/>
            <ac:spMk id="2" creationId="{BAD162F0-2175-84E9-2387-55F669162449}"/>
          </ac:spMkLst>
        </pc:spChg>
        <pc:spChg chg="mod">
          <ac:chgData name="Scruel Tao" userId="5ea5c98d59b44d4b" providerId="LiveId" clId="{A4B67D7D-BC74-4496-B91F-814518757E7E}" dt="2023-04-30T14:34:41.788" v="3453" actId="5793"/>
          <ac:spMkLst>
            <pc:docMk/>
            <pc:sldMk cId="2417152714" sldId="294"/>
            <ac:spMk id="3" creationId="{0E2FC508-1AFD-A957-52F2-FA1DEF2A9D27}"/>
          </ac:spMkLst>
        </pc:spChg>
        <pc:spChg chg="mod">
          <ac:chgData name="Scruel Tao" userId="5ea5c98d59b44d4b" providerId="LiveId" clId="{A4B67D7D-BC74-4496-B91F-814518757E7E}" dt="2023-04-29T18:14:57.653" v="3258" actId="113"/>
          <ac:spMkLst>
            <pc:docMk/>
            <pc:sldMk cId="2417152714" sldId="294"/>
            <ac:spMk id="4" creationId="{50D9FEDD-66BF-5F86-4BE7-8DACB8F1C0E2}"/>
          </ac:spMkLst>
        </pc:spChg>
        <pc:spChg chg="mod">
          <ac:chgData name="Scruel Tao" userId="5ea5c98d59b44d4b" providerId="LiveId" clId="{A4B67D7D-BC74-4496-B91F-814518757E7E}" dt="2023-04-26T08:13:01.889" v="1449" actId="1076"/>
          <ac:spMkLst>
            <pc:docMk/>
            <pc:sldMk cId="2417152714" sldId="294"/>
            <ac:spMk id="5" creationId="{114C6B1E-0645-32EC-965D-5D337B1B8CB3}"/>
          </ac:spMkLst>
        </pc:spChg>
        <pc:spChg chg="add mod">
          <ac:chgData name="Scruel Tao" userId="5ea5c98d59b44d4b" providerId="LiveId" clId="{A4B67D7D-BC74-4496-B91F-814518757E7E}" dt="2023-04-30T14:30:39.061" v="3390" actId="1076"/>
          <ac:spMkLst>
            <pc:docMk/>
            <pc:sldMk cId="2417152714" sldId="294"/>
            <ac:spMk id="6" creationId="{F5D5D4D8-CC71-735F-BF6E-6794C1AABBBF}"/>
          </ac:spMkLst>
        </pc:spChg>
        <pc:spChg chg="add mod">
          <ac:chgData name="Scruel Tao" userId="5ea5c98d59b44d4b" providerId="LiveId" clId="{A4B67D7D-BC74-4496-B91F-814518757E7E}" dt="2023-04-30T14:30:45.555" v="3396" actId="1036"/>
          <ac:spMkLst>
            <pc:docMk/>
            <pc:sldMk cId="2417152714" sldId="294"/>
            <ac:spMk id="7" creationId="{EEA5EF62-C515-119D-E052-D9EA02F18989}"/>
          </ac:spMkLst>
        </pc:spChg>
        <pc:spChg chg="add mod">
          <ac:chgData name="Scruel Tao" userId="5ea5c98d59b44d4b" providerId="LiveId" clId="{A4B67D7D-BC74-4496-B91F-814518757E7E}" dt="2023-04-30T14:30:51.745" v="3398" actId="1076"/>
          <ac:spMkLst>
            <pc:docMk/>
            <pc:sldMk cId="2417152714" sldId="294"/>
            <ac:spMk id="8" creationId="{516C9177-F664-DC72-AD7B-6E297D12271A}"/>
          </ac:spMkLst>
        </pc:spChg>
      </pc:sldChg>
      <pc:sldChg chg="addSp modSp add mod modTransition">
        <pc:chgData name="Scruel Tao" userId="5ea5c98d59b44d4b" providerId="LiveId" clId="{A4B67D7D-BC74-4496-B91F-814518757E7E}" dt="2023-05-05T15:41:49.351" v="4941"/>
        <pc:sldMkLst>
          <pc:docMk/>
          <pc:sldMk cId="1222532665" sldId="295"/>
        </pc:sldMkLst>
        <pc:spChg chg="mod">
          <ac:chgData name="Scruel Tao" userId="5ea5c98d59b44d4b" providerId="LiveId" clId="{A4B67D7D-BC74-4496-B91F-814518757E7E}" dt="2023-05-05T15:41:17.343" v="4936" actId="21"/>
          <ac:spMkLst>
            <pc:docMk/>
            <pc:sldMk cId="1222532665" sldId="295"/>
            <ac:spMk id="3" creationId="{0E2FC508-1AFD-A957-52F2-FA1DEF2A9D27}"/>
          </ac:spMkLst>
        </pc:spChg>
        <pc:spChg chg="mod">
          <ac:chgData name="Scruel Tao" userId="5ea5c98d59b44d4b" providerId="LiveId" clId="{A4B67D7D-BC74-4496-B91F-814518757E7E}" dt="2023-05-03T14:55:14.680" v="4589" actId="207"/>
          <ac:spMkLst>
            <pc:docMk/>
            <pc:sldMk cId="1222532665" sldId="295"/>
            <ac:spMk id="4" creationId="{50D9FEDD-66BF-5F86-4BE7-8DACB8F1C0E2}"/>
          </ac:spMkLst>
        </pc:spChg>
        <pc:spChg chg="mod">
          <ac:chgData name="Scruel Tao" userId="5ea5c98d59b44d4b" providerId="LiveId" clId="{A4B67D7D-BC74-4496-B91F-814518757E7E}" dt="2023-04-26T08:23:51.800" v="1497" actId="21"/>
          <ac:spMkLst>
            <pc:docMk/>
            <pc:sldMk cId="1222532665" sldId="295"/>
            <ac:spMk id="5" creationId="{114C6B1E-0645-32EC-965D-5D337B1B8CB3}"/>
          </ac:spMkLst>
        </pc:spChg>
        <pc:spChg chg="add mod">
          <ac:chgData name="Scruel Tao" userId="5ea5c98d59b44d4b" providerId="LiveId" clId="{A4B67D7D-BC74-4496-B91F-814518757E7E}" dt="2023-04-30T14:31:02.112" v="3401"/>
          <ac:spMkLst>
            <pc:docMk/>
            <pc:sldMk cId="1222532665" sldId="295"/>
            <ac:spMk id="6" creationId="{B5C28D2F-693A-9182-1593-8F9743156F4D}"/>
          </ac:spMkLst>
        </pc:spChg>
        <pc:spChg chg="add mod">
          <ac:chgData name="Scruel Tao" userId="5ea5c98d59b44d4b" providerId="LiveId" clId="{A4B67D7D-BC74-4496-B91F-814518757E7E}" dt="2023-04-30T14:31:02.112" v="3401"/>
          <ac:spMkLst>
            <pc:docMk/>
            <pc:sldMk cId="1222532665" sldId="295"/>
            <ac:spMk id="7" creationId="{ED564CA0-1231-2B59-E4FE-AEFA9E525939}"/>
          </ac:spMkLst>
        </pc:spChg>
        <pc:spChg chg="add mod">
          <ac:chgData name="Scruel Tao" userId="5ea5c98d59b44d4b" providerId="LiveId" clId="{A4B67D7D-BC74-4496-B91F-814518757E7E}" dt="2023-04-30T14:31:02.112" v="3401"/>
          <ac:spMkLst>
            <pc:docMk/>
            <pc:sldMk cId="1222532665" sldId="295"/>
            <ac:spMk id="8" creationId="{686FF1B5-A21E-820D-A550-594355C6A680}"/>
          </ac:spMkLst>
        </pc:spChg>
      </pc:sldChg>
      <pc:sldChg chg="addSp delSp modSp add mod modTransition delAnim modAnim">
        <pc:chgData name="Scruel Tao" userId="5ea5c98d59b44d4b" providerId="LiveId" clId="{A4B67D7D-BC74-4496-B91F-814518757E7E}" dt="2023-05-06T08:42:49.738" v="5242" actId="478"/>
        <pc:sldMkLst>
          <pc:docMk/>
          <pc:sldMk cId="290961492" sldId="296"/>
        </pc:sldMkLst>
        <pc:spChg chg="mod">
          <ac:chgData name="Scruel Tao" userId="5ea5c98d59b44d4b" providerId="LiveId" clId="{A4B67D7D-BC74-4496-B91F-814518757E7E}" dt="2023-04-26T08:33:36.349" v="1548" actId="20577"/>
          <ac:spMkLst>
            <pc:docMk/>
            <pc:sldMk cId="290961492" sldId="296"/>
            <ac:spMk id="2" creationId="{BAD162F0-2175-84E9-2387-55F669162449}"/>
          </ac:spMkLst>
        </pc:spChg>
        <pc:spChg chg="mod">
          <ac:chgData name="Scruel Tao" userId="5ea5c98d59b44d4b" providerId="LiveId" clId="{A4B67D7D-BC74-4496-B91F-814518757E7E}" dt="2023-05-06T08:42:42.953" v="5237" actId="21"/>
          <ac:spMkLst>
            <pc:docMk/>
            <pc:sldMk cId="290961492" sldId="296"/>
            <ac:spMk id="3" creationId="{0E2FC508-1AFD-A957-52F2-FA1DEF2A9D27}"/>
          </ac:spMkLst>
        </pc:spChg>
        <pc:spChg chg="del mod">
          <ac:chgData name="Scruel Tao" userId="5ea5c98d59b44d4b" providerId="LiveId" clId="{A4B67D7D-BC74-4496-B91F-814518757E7E}" dt="2023-05-06T08:42:47.180" v="5239" actId="478"/>
          <ac:spMkLst>
            <pc:docMk/>
            <pc:sldMk cId="290961492" sldId="296"/>
            <ac:spMk id="4" creationId="{50D9FEDD-66BF-5F86-4BE7-8DACB8F1C0E2}"/>
          </ac:spMkLst>
        </pc:spChg>
        <pc:spChg chg="del mod">
          <ac:chgData name="Scruel Tao" userId="5ea5c98d59b44d4b" providerId="LiveId" clId="{A4B67D7D-BC74-4496-B91F-814518757E7E}" dt="2023-05-06T08:42:48.944" v="5241" actId="478"/>
          <ac:spMkLst>
            <pc:docMk/>
            <pc:sldMk cId="290961492" sldId="296"/>
            <ac:spMk id="5" creationId="{114C6B1E-0645-32EC-965D-5D337B1B8CB3}"/>
          </ac:spMkLst>
        </pc:spChg>
        <pc:spChg chg="add del mod">
          <ac:chgData name="Scruel Tao" userId="5ea5c98d59b44d4b" providerId="LiveId" clId="{A4B67D7D-BC74-4496-B91F-814518757E7E}" dt="2023-05-06T08:42:47.781" v="5240" actId="478"/>
          <ac:spMkLst>
            <pc:docMk/>
            <pc:sldMk cId="290961492" sldId="296"/>
            <ac:spMk id="6" creationId="{5E141099-A368-9FA1-DFD5-D35572374C33}"/>
          </ac:spMkLst>
        </pc:spChg>
        <pc:spChg chg="add del mod">
          <ac:chgData name="Scruel Tao" userId="5ea5c98d59b44d4b" providerId="LiveId" clId="{A4B67D7D-BC74-4496-B91F-814518757E7E}" dt="2023-05-06T08:42:49.738" v="5242" actId="478"/>
          <ac:spMkLst>
            <pc:docMk/>
            <pc:sldMk cId="290961492" sldId="296"/>
            <ac:spMk id="7" creationId="{BAC8C021-DD52-3CF3-8B63-C12029968772}"/>
          </ac:spMkLst>
        </pc:spChg>
      </pc:sldChg>
      <pc:sldChg chg="addSp delSp modSp add mod modTransition delAnim modAnim">
        <pc:chgData name="Scruel Tao" userId="5ea5c98d59b44d4b" providerId="LiveId" clId="{A4B67D7D-BC74-4496-B91F-814518757E7E}" dt="2023-05-05T14:59:42.841" v="4763"/>
        <pc:sldMkLst>
          <pc:docMk/>
          <pc:sldMk cId="911619738" sldId="297"/>
        </pc:sldMkLst>
        <pc:spChg chg="mod">
          <ac:chgData name="Scruel Tao" userId="5ea5c98d59b44d4b" providerId="LiveId" clId="{A4B67D7D-BC74-4496-B91F-814518757E7E}" dt="2023-04-26T08:44:53.410" v="2271" actId="20577"/>
          <ac:spMkLst>
            <pc:docMk/>
            <pc:sldMk cId="911619738" sldId="297"/>
            <ac:spMk id="2" creationId="{BAD162F0-2175-84E9-2387-55F669162449}"/>
          </ac:spMkLst>
        </pc:spChg>
        <pc:spChg chg="mod">
          <ac:chgData name="Scruel Tao" userId="5ea5c98d59b44d4b" providerId="LiveId" clId="{A4B67D7D-BC74-4496-B91F-814518757E7E}" dt="2023-05-03T02:46:20.495" v="4477" actId="5793"/>
          <ac:spMkLst>
            <pc:docMk/>
            <pc:sldMk cId="911619738" sldId="297"/>
            <ac:spMk id="3" creationId="{0E2FC508-1AFD-A957-52F2-FA1DEF2A9D27}"/>
          </ac:spMkLst>
        </pc:spChg>
        <pc:spChg chg="del">
          <ac:chgData name="Scruel Tao" userId="5ea5c98d59b44d4b" providerId="LiveId" clId="{A4B67D7D-BC74-4496-B91F-814518757E7E}" dt="2023-04-26T08:44:43.755" v="2249" actId="478"/>
          <ac:spMkLst>
            <pc:docMk/>
            <pc:sldMk cId="911619738" sldId="297"/>
            <ac:spMk id="4" creationId="{50D9FEDD-66BF-5F86-4BE7-8DACB8F1C0E2}"/>
          </ac:spMkLst>
        </pc:spChg>
        <pc:spChg chg="del">
          <ac:chgData name="Scruel Tao" userId="5ea5c98d59b44d4b" providerId="LiveId" clId="{A4B67D7D-BC74-4496-B91F-814518757E7E}" dt="2023-04-26T08:44:44.948" v="2250" actId="478"/>
          <ac:spMkLst>
            <pc:docMk/>
            <pc:sldMk cId="911619738" sldId="297"/>
            <ac:spMk id="5" creationId="{114C6B1E-0645-32EC-965D-5D337B1B8CB3}"/>
          </ac:spMkLst>
        </pc:spChg>
        <pc:spChg chg="add mod">
          <ac:chgData name="Scruel Tao" userId="5ea5c98d59b44d4b" providerId="LiveId" clId="{A4B67D7D-BC74-4496-B91F-814518757E7E}" dt="2023-04-29T18:19:00.660" v="3307" actId="113"/>
          <ac:spMkLst>
            <pc:docMk/>
            <pc:sldMk cId="911619738" sldId="297"/>
            <ac:spMk id="6" creationId="{673BAA3A-1392-2220-24BB-6CAA62BAAD2E}"/>
          </ac:spMkLst>
        </pc:spChg>
        <pc:spChg chg="add mod">
          <ac:chgData name="Scruel Tao" userId="5ea5c98d59b44d4b" providerId="LiveId" clId="{A4B67D7D-BC74-4496-B91F-814518757E7E}" dt="2023-04-29T18:18:59.828" v="3306" actId="113"/>
          <ac:spMkLst>
            <pc:docMk/>
            <pc:sldMk cId="911619738" sldId="297"/>
            <ac:spMk id="7" creationId="{06B272A8-1C5E-C57E-B172-13C1E45A8023}"/>
          </ac:spMkLst>
        </pc:spChg>
        <pc:spChg chg="add mod">
          <ac:chgData name="Scruel Tao" userId="5ea5c98d59b44d4b" providerId="LiveId" clId="{A4B67D7D-BC74-4496-B91F-814518757E7E}" dt="2023-05-03T02:20:21.341" v="4415" actId="2711"/>
          <ac:spMkLst>
            <pc:docMk/>
            <pc:sldMk cId="911619738" sldId="297"/>
            <ac:spMk id="8" creationId="{184F2196-FE00-2667-60B9-6F5A7FD2C898}"/>
          </ac:spMkLst>
        </pc:spChg>
      </pc:sldChg>
      <pc:sldChg chg="addSp modSp add mod modTransition modAnim modNotesTx">
        <pc:chgData name="Scruel Tao" userId="5ea5c98d59b44d4b" providerId="LiveId" clId="{A4B67D7D-BC74-4496-B91F-814518757E7E}" dt="2023-05-06T20:57:07.540" v="5360" actId="1076"/>
        <pc:sldMkLst>
          <pc:docMk/>
          <pc:sldMk cId="903877522" sldId="298"/>
        </pc:sldMkLst>
        <pc:spChg chg="mod">
          <ac:chgData name="Scruel Tao" userId="5ea5c98d59b44d4b" providerId="LiveId" clId="{A4B67D7D-BC74-4496-B91F-814518757E7E}" dt="2023-04-26T08:38:06.012" v="1814" actId="20577"/>
          <ac:spMkLst>
            <pc:docMk/>
            <pc:sldMk cId="903877522" sldId="298"/>
            <ac:spMk id="2" creationId="{BAD162F0-2175-84E9-2387-55F669162449}"/>
          </ac:spMkLst>
        </pc:spChg>
        <pc:spChg chg="mod">
          <ac:chgData name="Scruel Tao" userId="5ea5c98d59b44d4b" providerId="LiveId" clId="{A4B67D7D-BC74-4496-B91F-814518757E7E}" dt="2023-05-03T04:21:03.179" v="4517" actId="20577"/>
          <ac:spMkLst>
            <pc:docMk/>
            <pc:sldMk cId="903877522" sldId="298"/>
            <ac:spMk id="3" creationId="{0E2FC508-1AFD-A957-52F2-FA1DEF2A9D27}"/>
          </ac:spMkLst>
        </pc:spChg>
        <pc:spChg chg="mod">
          <ac:chgData name="Scruel Tao" userId="5ea5c98d59b44d4b" providerId="LiveId" clId="{A4B67D7D-BC74-4496-B91F-814518757E7E}" dt="2023-04-29T18:18:50.493" v="3304" actId="113"/>
          <ac:spMkLst>
            <pc:docMk/>
            <pc:sldMk cId="903877522" sldId="298"/>
            <ac:spMk id="4" creationId="{50D9FEDD-66BF-5F86-4BE7-8DACB8F1C0E2}"/>
          </ac:spMkLst>
        </pc:spChg>
        <pc:spChg chg="mod">
          <ac:chgData name="Scruel Tao" userId="5ea5c98d59b44d4b" providerId="LiveId" clId="{A4B67D7D-BC74-4496-B91F-814518757E7E}" dt="2023-04-26T08:39:03.064" v="1830" actId="1076"/>
          <ac:spMkLst>
            <pc:docMk/>
            <pc:sldMk cId="903877522" sldId="298"/>
            <ac:spMk id="5" creationId="{114C6B1E-0645-32EC-965D-5D337B1B8CB3}"/>
          </ac:spMkLst>
        </pc:spChg>
        <pc:spChg chg="add mod">
          <ac:chgData name="Scruel Tao" userId="5ea5c98d59b44d4b" providerId="LiveId" clId="{A4B67D7D-BC74-4496-B91F-814518757E7E}" dt="2023-05-06T20:57:07.540" v="5360" actId="1076"/>
          <ac:spMkLst>
            <pc:docMk/>
            <pc:sldMk cId="903877522" sldId="298"/>
            <ac:spMk id="6" creationId="{0F9B6ACB-3551-358D-E257-C8CD34FD9675}"/>
          </ac:spMkLst>
        </pc:spChg>
      </pc:sldChg>
      <pc:sldChg chg="add del">
        <pc:chgData name="Scruel Tao" userId="5ea5c98d59b44d4b" providerId="LiveId" clId="{A4B67D7D-BC74-4496-B91F-814518757E7E}" dt="2023-04-26T08:24:37.111" v="1509"/>
        <pc:sldMkLst>
          <pc:docMk/>
          <pc:sldMk cId="1310721606" sldId="298"/>
        </pc:sldMkLst>
      </pc:sldChg>
      <pc:sldChg chg="addSp delSp modSp add mod modTransition addAnim delAnim modAnim modNotesTx">
        <pc:chgData name="Scruel Tao" userId="5ea5c98d59b44d4b" providerId="LiveId" clId="{A4B67D7D-BC74-4496-B91F-814518757E7E}" dt="2023-05-06T20:57:26.908" v="5361" actId="1076"/>
        <pc:sldMkLst>
          <pc:docMk/>
          <pc:sldMk cId="3357280367" sldId="299"/>
        </pc:sldMkLst>
        <pc:spChg chg="mod">
          <ac:chgData name="Scruel Tao" userId="5ea5c98d59b44d4b" providerId="LiveId" clId="{A4B67D7D-BC74-4496-B91F-814518757E7E}" dt="2023-04-26T08:41:04.626" v="1998"/>
          <ac:spMkLst>
            <pc:docMk/>
            <pc:sldMk cId="3357280367" sldId="299"/>
            <ac:spMk id="2" creationId="{BAD162F0-2175-84E9-2387-55F669162449}"/>
          </ac:spMkLst>
        </pc:spChg>
        <pc:spChg chg="mod">
          <ac:chgData name="Scruel Tao" userId="5ea5c98d59b44d4b" providerId="LiveId" clId="{A4B67D7D-BC74-4496-B91F-814518757E7E}" dt="2023-05-03T02:19:40.577" v="4409" actId="2711"/>
          <ac:spMkLst>
            <pc:docMk/>
            <pc:sldMk cId="3357280367" sldId="299"/>
            <ac:spMk id="3" creationId="{0E2FC508-1AFD-A957-52F2-FA1DEF2A9D27}"/>
          </ac:spMkLst>
        </pc:spChg>
        <pc:spChg chg="mod">
          <ac:chgData name="Scruel Tao" userId="5ea5c98d59b44d4b" providerId="LiveId" clId="{A4B67D7D-BC74-4496-B91F-814518757E7E}" dt="2023-05-06T10:05:26.851" v="5358" actId="403"/>
          <ac:spMkLst>
            <pc:docMk/>
            <pc:sldMk cId="3357280367" sldId="299"/>
            <ac:spMk id="4" creationId="{50D9FEDD-66BF-5F86-4BE7-8DACB8F1C0E2}"/>
          </ac:spMkLst>
        </pc:spChg>
        <pc:spChg chg="del">
          <ac:chgData name="Scruel Tao" userId="5ea5c98d59b44d4b" providerId="LiveId" clId="{A4B67D7D-BC74-4496-B91F-814518757E7E}" dt="2023-04-26T08:43:18.954" v="2227" actId="478"/>
          <ac:spMkLst>
            <pc:docMk/>
            <pc:sldMk cId="3357280367" sldId="299"/>
            <ac:spMk id="5" creationId="{114C6B1E-0645-32EC-965D-5D337B1B8CB3}"/>
          </ac:spMkLst>
        </pc:spChg>
        <pc:spChg chg="add mod">
          <ac:chgData name="Scruel Tao" userId="5ea5c98d59b44d4b" providerId="LiveId" clId="{A4B67D7D-BC74-4496-B91F-814518757E7E}" dt="2023-05-06T20:57:26.908" v="5361" actId="1076"/>
          <ac:spMkLst>
            <pc:docMk/>
            <pc:sldMk cId="3357280367" sldId="299"/>
            <ac:spMk id="5" creationId="{7FC0BAA1-04D7-8C96-CA24-A76646A7FBDD}"/>
          </ac:spMkLst>
        </pc:spChg>
        <pc:spChg chg="add del mod">
          <ac:chgData name="Scruel Tao" userId="5ea5c98d59b44d4b" providerId="LiveId" clId="{A4B67D7D-BC74-4496-B91F-814518757E7E}" dt="2023-05-06T08:47:06.397" v="5334"/>
          <ac:spMkLst>
            <pc:docMk/>
            <pc:sldMk cId="3357280367" sldId="299"/>
            <ac:spMk id="6" creationId="{F6B21E02-3ED0-4931-1745-0F3797AF12DE}"/>
          </ac:spMkLst>
        </pc:spChg>
      </pc:sldChg>
      <pc:sldChg chg="addSp delSp modSp add mod modTransition modAnim">
        <pc:chgData name="Scruel Tao" userId="5ea5c98d59b44d4b" providerId="LiveId" clId="{A4B67D7D-BC74-4496-B91F-814518757E7E}" dt="2023-05-06T10:05:21.888" v="5357" actId="403"/>
        <pc:sldMkLst>
          <pc:docMk/>
          <pc:sldMk cId="592523619" sldId="300"/>
        </pc:sldMkLst>
        <pc:spChg chg="mod">
          <ac:chgData name="Scruel Tao" userId="5ea5c98d59b44d4b" providerId="LiveId" clId="{A4B67D7D-BC74-4496-B91F-814518757E7E}" dt="2023-05-03T02:20:01.350" v="4413" actId="2711"/>
          <ac:spMkLst>
            <pc:docMk/>
            <pc:sldMk cId="592523619" sldId="300"/>
            <ac:spMk id="3" creationId="{0E2FC508-1AFD-A957-52F2-FA1DEF2A9D27}"/>
          </ac:spMkLst>
        </pc:spChg>
        <pc:spChg chg="del">
          <ac:chgData name="Scruel Tao" userId="5ea5c98d59b44d4b" providerId="LiveId" clId="{A4B67D7D-BC74-4496-B91F-814518757E7E}" dt="2023-04-26T08:43:46.802" v="2234" actId="478"/>
          <ac:spMkLst>
            <pc:docMk/>
            <pc:sldMk cId="592523619" sldId="300"/>
            <ac:spMk id="4" creationId="{50D9FEDD-66BF-5F86-4BE7-8DACB8F1C0E2}"/>
          </ac:spMkLst>
        </pc:spChg>
        <pc:spChg chg="mod">
          <ac:chgData name="Scruel Tao" userId="5ea5c98d59b44d4b" providerId="LiveId" clId="{A4B67D7D-BC74-4496-B91F-814518757E7E}" dt="2023-05-06T10:05:21.888" v="5357" actId="403"/>
          <ac:spMkLst>
            <pc:docMk/>
            <pc:sldMk cId="592523619" sldId="300"/>
            <ac:spMk id="5" creationId="{114C6B1E-0645-32EC-965D-5D337B1B8CB3}"/>
          </ac:spMkLst>
        </pc:spChg>
        <pc:spChg chg="add mod">
          <ac:chgData name="Scruel Tao" userId="5ea5c98d59b44d4b" providerId="LiveId" clId="{A4B67D7D-BC74-4496-B91F-814518757E7E}" dt="2023-05-03T02:36:39.097" v="4422" actId="1076"/>
          <ac:spMkLst>
            <pc:docMk/>
            <pc:sldMk cId="592523619" sldId="300"/>
            <ac:spMk id="7" creationId="{AC4BA487-11B0-0B49-BB71-D92D23A43029}"/>
          </ac:spMkLst>
        </pc:spChg>
      </pc:sldChg>
      <pc:sldChg chg="modSp add mod modTransition modAnim">
        <pc:chgData name="Scruel Tao" userId="5ea5c98d59b44d4b" providerId="LiveId" clId="{A4B67D7D-BC74-4496-B91F-814518757E7E}" dt="2023-05-27T02:40:01.896" v="5410" actId="20577"/>
        <pc:sldMkLst>
          <pc:docMk/>
          <pc:sldMk cId="3708578349" sldId="301"/>
        </pc:sldMkLst>
        <pc:spChg chg="mod">
          <ac:chgData name="Scruel Tao" userId="5ea5c98d59b44d4b" providerId="LiveId" clId="{A4B67D7D-BC74-4496-B91F-814518757E7E}" dt="2023-05-06T03:10:32.286" v="5063" actId="13926"/>
          <ac:spMkLst>
            <pc:docMk/>
            <pc:sldMk cId="3708578349" sldId="301"/>
            <ac:spMk id="3" creationId="{0E2FC508-1AFD-A957-52F2-FA1DEF2A9D27}"/>
          </ac:spMkLst>
        </pc:spChg>
        <pc:spChg chg="mod">
          <ac:chgData name="Scruel Tao" userId="5ea5c98d59b44d4b" providerId="LiveId" clId="{A4B67D7D-BC74-4496-B91F-814518757E7E}" dt="2023-05-27T02:40:01.896" v="5410" actId="20577"/>
          <ac:spMkLst>
            <pc:docMk/>
            <pc:sldMk cId="3708578349" sldId="301"/>
            <ac:spMk id="5" creationId="{B7A8CE03-6A77-60EC-056E-D7A0019640A3}"/>
          </ac:spMkLst>
        </pc:spChg>
        <pc:spChg chg="mod">
          <ac:chgData name="Scruel Tao" userId="5ea5c98d59b44d4b" providerId="LiveId" clId="{A4B67D7D-BC74-4496-B91F-814518757E7E}" dt="2023-05-06T03:10:44.351" v="5065" actId="13926"/>
          <ac:spMkLst>
            <pc:docMk/>
            <pc:sldMk cId="3708578349" sldId="301"/>
            <ac:spMk id="7" creationId="{12C899D8-51C5-D9B7-A323-E6EFE4AB5C33}"/>
          </ac:spMkLst>
        </pc:spChg>
      </pc:sldChg>
      <pc:sldChg chg="addSp delSp modSp add del mod ord delAnim modNotesTx">
        <pc:chgData name="Scruel Tao" userId="5ea5c98d59b44d4b" providerId="LiveId" clId="{A4B67D7D-BC74-4496-B91F-814518757E7E}" dt="2023-05-02T18:33:52.325" v="4346" actId="47"/>
        <pc:sldMkLst>
          <pc:docMk/>
          <pc:sldMk cId="1666909320" sldId="302"/>
        </pc:sldMkLst>
        <pc:spChg chg="mod">
          <ac:chgData name="Scruel Tao" userId="5ea5c98d59b44d4b" providerId="LiveId" clId="{A4B67D7D-BC74-4496-B91F-814518757E7E}" dt="2023-05-02T18:28:16.895" v="4237"/>
          <ac:spMkLst>
            <pc:docMk/>
            <pc:sldMk cId="1666909320" sldId="302"/>
            <ac:spMk id="3" creationId="{0E2FC508-1AFD-A957-52F2-FA1DEF2A9D27}"/>
          </ac:spMkLst>
        </pc:spChg>
        <pc:spChg chg="del">
          <ac:chgData name="Scruel Tao" userId="5ea5c98d59b44d4b" providerId="LiveId" clId="{A4B67D7D-BC74-4496-B91F-814518757E7E}" dt="2023-04-30T14:40:52.162" v="3471" actId="478"/>
          <ac:spMkLst>
            <pc:docMk/>
            <pc:sldMk cId="1666909320" sldId="302"/>
            <ac:spMk id="5" creationId="{B7A8CE03-6A77-60EC-056E-D7A0019640A3}"/>
          </ac:spMkLst>
        </pc:spChg>
        <pc:spChg chg="del">
          <ac:chgData name="Scruel Tao" userId="5ea5c98d59b44d4b" providerId="LiveId" clId="{A4B67D7D-BC74-4496-B91F-814518757E7E}" dt="2023-04-30T14:40:49.620" v="3469" actId="478"/>
          <ac:spMkLst>
            <pc:docMk/>
            <pc:sldMk cId="1666909320" sldId="302"/>
            <ac:spMk id="7" creationId="{12C899D8-51C5-D9B7-A323-E6EFE4AB5C33}"/>
          </ac:spMkLst>
        </pc:spChg>
        <pc:spChg chg="add mod">
          <ac:chgData name="Scruel Tao" userId="5ea5c98d59b44d4b" providerId="LiveId" clId="{A4B67D7D-BC74-4496-B91F-814518757E7E}" dt="2023-05-02T18:30:51.849" v="4269" actId="1076"/>
          <ac:spMkLst>
            <pc:docMk/>
            <pc:sldMk cId="1666909320" sldId="302"/>
            <ac:spMk id="10" creationId="{5E26A48D-46A0-DBFC-BCBF-38B1682E109E}"/>
          </ac:spMkLst>
        </pc:spChg>
        <pc:spChg chg="add mod">
          <ac:chgData name="Scruel Tao" userId="5ea5c98d59b44d4b" providerId="LiveId" clId="{A4B67D7D-BC74-4496-B91F-814518757E7E}" dt="2023-05-02T18:31:00.488" v="4271"/>
          <ac:spMkLst>
            <pc:docMk/>
            <pc:sldMk cId="1666909320" sldId="302"/>
            <ac:spMk id="11" creationId="{D1CB7D54-0567-8D2C-1E23-24278F792DC4}"/>
          </ac:spMkLst>
        </pc:spChg>
        <pc:spChg chg="add mod">
          <ac:chgData name="Scruel Tao" userId="5ea5c98d59b44d4b" providerId="LiveId" clId="{A4B67D7D-BC74-4496-B91F-814518757E7E}" dt="2023-05-02T18:31:40.267" v="4290" actId="1076"/>
          <ac:spMkLst>
            <pc:docMk/>
            <pc:sldMk cId="1666909320" sldId="302"/>
            <ac:spMk id="13" creationId="{CD75B7E8-89C6-612E-53A3-58BD7DA64E69}"/>
          </ac:spMkLst>
        </pc:spChg>
        <pc:spChg chg="add del mod">
          <ac:chgData name="Scruel Tao" userId="5ea5c98d59b44d4b" providerId="LiveId" clId="{A4B67D7D-BC74-4496-B91F-814518757E7E}" dt="2023-05-02T18:32:32.121" v="4309" actId="21"/>
          <ac:spMkLst>
            <pc:docMk/>
            <pc:sldMk cId="1666909320" sldId="302"/>
            <ac:spMk id="15" creationId="{6C6C01B1-D9AA-D7F8-28AF-406C63CCE5EF}"/>
          </ac:spMkLst>
        </pc:spChg>
        <pc:spChg chg="add del">
          <ac:chgData name="Scruel Tao" userId="5ea5c98d59b44d4b" providerId="LiveId" clId="{A4B67D7D-BC74-4496-B91F-814518757E7E}" dt="2023-05-02T18:31:44.334" v="4292" actId="22"/>
          <ac:spMkLst>
            <pc:docMk/>
            <pc:sldMk cId="1666909320" sldId="302"/>
            <ac:spMk id="17" creationId="{AD00FDB2-445B-9D14-0B9E-2131AD4FFB1C}"/>
          </ac:spMkLst>
        </pc:spChg>
        <pc:picChg chg="add mod">
          <ac:chgData name="Scruel Tao" userId="5ea5c98d59b44d4b" providerId="LiveId" clId="{A4B67D7D-BC74-4496-B91F-814518757E7E}" dt="2023-05-02T18:29:18.742" v="4256" actId="1076"/>
          <ac:picMkLst>
            <pc:docMk/>
            <pc:sldMk cId="1666909320" sldId="302"/>
            <ac:picMk id="5" creationId="{06A7555A-07A1-62F3-16D8-350B727AFE24}"/>
          </ac:picMkLst>
        </pc:picChg>
        <pc:picChg chg="add mod">
          <ac:chgData name="Scruel Tao" userId="5ea5c98d59b44d4b" providerId="LiveId" clId="{A4B67D7D-BC74-4496-B91F-814518757E7E}" dt="2023-05-02T18:29:20.902" v="4257" actId="1076"/>
          <ac:picMkLst>
            <pc:docMk/>
            <pc:sldMk cId="1666909320" sldId="302"/>
            <ac:picMk id="7" creationId="{B0471FDA-5B60-FDAA-5DF0-20CC3602316E}"/>
          </ac:picMkLst>
        </pc:picChg>
        <pc:picChg chg="add mod">
          <ac:chgData name="Scruel Tao" userId="5ea5c98d59b44d4b" providerId="LiveId" clId="{A4B67D7D-BC74-4496-B91F-814518757E7E}" dt="2023-05-02T18:29:22.951" v="4258" actId="1076"/>
          <ac:picMkLst>
            <pc:docMk/>
            <pc:sldMk cId="1666909320" sldId="302"/>
            <ac:picMk id="9" creationId="{B8DA2F76-FF70-9C93-D291-73425AB3C0D9}"/>
          </ac:picMkLst>
        </pc:picChg>
      </pc:sldChg>
      <pc:sldChg chg="add del">
        <pc:chgData name="Scruel Tao" userId="5ea5c98d59b44d4b" providerId="LiveId" clId="{A4B67D7D-BC74-4496-B91F-814518757E7E}" dt="2023-04-30T15:40:31.982" v="3583" actId="47"/>
        <pc:sldMkLst>
          <pc:docMk/>
          <pc:sldMk cId="1560101025" sldId="303"/>
        </pc:sldMkLst>
      </pc:sldChg>
      <pc:sldChg chg="delSp modSp add mod modTransition delAnim modNotesTx">
        <pc:chgData name="Scruel Tao" userId="5ea5c98d59b44d4b" providerId="LiveId" clId="{A4B67D7D-BC74-4496-B91F-814518757E7E}" dt="2023-05-05T14:59:42.841" v="4763"/>
        <pc:sldMkLst>
          <pc:docMk/>
          <pc:sldMk cId="1359967824" sldId="304"/>
        </pc:sldMkLst>
        <pc:spChg chg="mod">
          <ac:chgData name="Scruel Tao" userId="5ea5c98d59b44d4b" providerId="LiveId" clId="{A4B67D7D-BC74-4496-B91F-814518757E7E}" dt="2023-05-03T02:18:23.738" v="4392"/>
          <ac:spMkLst>
            <pc:docMk/>
            <pc:sldMk cId="1359967824" sldId="304"/>
            <ac:spMk id="3" creationId="{0E2FC508-1AFD-A957-52F2-FA1DEF2A9D27}"/>
          </ac:spMkLst>
        </pc:spChg>
        <pc:spChg chg="del">
          <ac:chgData name="Scruel Tao" userId="5ea5c98d59b44d4b" providerId="LiveId" clId="{A4B67D7D-BC74-4496-B91F-814518757E7E}" dt="2023-04-30T15:16:41.389" v="3557" actId="478"/>
          <ac:spMkLst>
            <pc:docMk/>
            <pc:sldMk cId="1359967824" sldId="304"/>
            <ac:spMk id="4" creationId="{1240B367-5845-5646-7A17-5047501A0AF2}"/>
          </ac:spMkLst>
        </pc:spChg>
        <pc:spChg chg="del">
          <ac:chgData name="Scruel Tao" userId="5ea5c98d59b44d4b" providerId="LiveId" clId="{A4B67D7D-BC74-4496-B91F-814518757E7E}" dt="2023-04-30T15:16:42.663" v="3558" actId="478"/>
          <ac:spMkLst>
            <pc:docMk/>
            <pc:sldMk cId="1359967824" sldId="304"/>
            <ac:spMk id="5" creationId="{C2806D0C-9D45-8455-3EF3-A2BE259C34B7}"/>
          </ac:spMkLst>
        </pc:spChg>
        <pc:spChg chg="del">
          <ac:chgData name="Scruel Tao" userId="5ea5c98d59b44d4b" providerId="LiveId" clId="{A4B67D7D-BC74-4496-B91F-814518757E7E}" dt="2023-04-30T15:16:43.447" v="3559" actId="478"/>
          <ac:spMkLst>
            <pc:docMk/>
            <pc:sldMk cId="1359967824" sldId="304"/>
            <ac:spMk id="6" creationId="{E9BFEB5B-C125-3171-A209-780B8C73A101}"/>
          </ac:spMkLst>
        </pc:spChg>
        <pc:picChg chg="mod">
          <ac:chgData name="Scruel Tao" userId="5ea5c98d59b44d4b" providerId="LiveId" clId="{A4B67D7D-BC74-4496-B91F-814518757E7E}" dt="2023-04-30T15:57:09.831" v="3589" actId="14826"/>
          <ac:picMkLst>
            <pc:docMk/>
            <pc:sldMk cId="1359967824" sldId="304"/>
            <ac:picMk id="8" creationId="{CDE81AC9-3DF3-D504-C6E7-C867FE58AC3B}"/>
          </ac:picMkLst>
        </pc:picChg>
      </pc:sldChg>
      <pc:sldChg chg="addSp delSp modSp add mod modTransition delAnim modAnim modNotesTx">
        <pc:chgData name="Scruel Tao" userId="5ea5c98d59b44d4b" providerId="LiveId" clId="{A4B67D7D-BC74-4496-B91F-814518757E7E}" dt="2023-05-05T14:59:42.841" v="4763"/>
        <pc:sldMkLst>
          <pc:docMk/>
          <pc:sldMk cId="4144585469" sldId="305"/>
        </pc:sldMkLst>
        <pc:spChg chg="mod">
          <ac:chgData name="Scruel Tao" userId="5ea5c98d59b44d4b" providerId="LiveId" clId="{A4B67D7D-BC74-4496-B91F-814518757E7E}" dt="2023-05-03T02:19:13.219" v="4405"/>
          <ac:spMkLst>
            <pc:docMk/>
            <pc:sldMk cId="4144585469" sldId="305"/>
            <ac:spMk id="3" creationId="{0E2FC508-1AFD-A957-52F2-FA1DEF2A9D27}"/>
          </ac:spMkLst>
        </pc:spChg>
        <pc:spChg chg="del">
          <ac:chgData name="Scruel Tao" userId="5ea5c98d59b44d4b" providerId="LiveId" clId="{A4B67D7D-BC74-4496-B91F-814518757E7E}" dt="2023-04-30T15:39:50.434" v="3573" actId="478"/>
          <ac:spMkLst>
            <pc:docMk/>
            <pc:sldMk cId="4144585469" sldId="305"/>
            <ac:spMk id="4" creationId="{50D9FEDD-66BF-5F86-4BE7-8DACB8F1C0E2}"/>
          </ac:spMkLst>
        </pc:spChg>
        <pc:spChg chg="add mod">
          <ac:chgData name="Scruel Tao" userId="5ea5c98d59b44d4b" providerId="LiveId" clId="{A4B67D7D-BC74-4496-B91F-814518757E7E}" dt="2023-05-01T13:27:23.422" v="3918" actId="1035"/>
          <ac:spMkLst>
            <pc:docMk/>
            <pc:sldMk cId="4144585469" sldId="305"/>
            <ac:spMk id="4" creationId="{564EA136-5442-04A0-129C-D88913C8FD96}"/>
          </ac:spMkLst>
        </pc:spChg>
        <pc:spChg chg="del">
          <ac:chgData name="Scruel Tao" userId="5ea5c98d59b44d4b" providerId="LiveId" clId="{A4B67D7D-BC74-4496-B91F-814518757E7E}" dt="2023-04-30T15:39:51.716" v="3574" actId="478"/>
          <ac:spMkLst>
            <pc:docMk/>
            <pc:sldMk cId="4144585469" sldId="305"/>
            <ac:spMk id="5" creationId="{114C6B1E-0645-32EC-965D-5D337B1B8CB3}"/>
          </ac:spMkLst>
        </pc:spChg>
        <pc:spChg chg="add mod">
          <ac:chgData name="Scruel Tao" userId="5ea5c98d59b44d4b" providerId="LiveId" clId="{A4B67D7D-BC74-4496-B91F-814518757E7E}" dt="2023-05-01T13:27:26.295" v="3925" actId="1036"/>
          <ac:spMkLst>
            <pc:docMk/>
            <pc:sldMk cId="4144585469" sldId="305"/>
            <ac:spMk id="5" creationId="{F62C3695-EA37-F9E9-52C4-EFDBECCD9244}"/>
          </ac:spMkLst>
        </pc:spChg>
        <pc:spChg chg="add del mod">
          <ac:chgData name="Scruel Tao" userId="5ea5c98d59b44d4b" providerId="LiveId" clId="{A4B67D7D-BC74-4496-B91F-814518757E7E}" dt="2023-05-01T13:27:38.572" v="3931" actId="21"/>
          <ac:spMkLst>
            <pc:docMk/>
            <pc:sldMk cId="4144585469" sldId="305"/>
            <ac:spMk id="6" creationId="{595D17F1-9C84-1F1C-EB04-9B89A17C6BC0}"/>
          </ac:spMkLst>
        </pc:spChg>
        <pc:spChg chg="del">
          <ac:chgData name="Scruel Tao" userId="5ea5c98d59b44d4b" providerId="LiveId" clId="{A4B67D7D-BC74-4496-B91F-814518757E7E}" dt="2023-04-30T15:39:52.404" v="3575" actId="478"/>
          <ac:spMkLst>
            <pc:docMk/>
            <pc:sldMk cId="4144585469" sldId="305"/>
            <ac:spMk id="6" creationId="{B50DFD9A-4504-3C00-7B23-46D685063EF0}"/>
          </ac:spMkLst>
        </pc:spChg>
        <pc:picChg chg="mod">
          <ac:chgData name="Scruel Tao" userId="5ea5c98d59b44d4b" providerId="LiveId" clId="{A4B67D7D-BC74-4496-B91F-814518757E7E}" dt="2023-04-30T15:59:35.462" v="3596" actId="1076"/>
          <ac:picMkLst>
            <pc:docMk/>
            <pc:sldMk cId="4144585469" sldId="305"/>
            <ac:picMk id="8" creationId="{CFA0ED0B-D6B5-18E9-059D-94FC5BFDDF41}"/>
          </ac:picMkLst>
        </pc:picChg>
      </pc:sldChg>
      <pc:sldChg chg="addSp delSp modSp add mod modTransition delAnim modAnim modNotesTx">
        <pc:chgData name="Scruel Tao" userId="5ea5c98d59b44d4b" providerId="LiveId" clId="{A4B67D7D-BC74-4496-B91F-814518757E7E}" dt="2023-05-05T14:59:42.841" v="4763"/>
        <pc:sldMkLst>
          <pc:docMk/>
          <pc:sldMk cId="586481747" sldId="306"/>
        </pc:sldMkLst>
        <pc:spChg chg="mod">
          <ac:chgData name="Scruel Tao" userId="5ea5c98d59b44d4b" providerId="LiveId" clId="{A4B67D7D-BC74-4496-B91F-814518757E7E}" dt="2023-05-03T02:19:18.212" v="4407"/>
          <ac:spMkLst>
            <pc:docMk/>
            <pc:sldMk cId="586481747" sldId="306"/>
            <ac:spMk id="3" creationId="{0E2FC508-1AFD-A957-52F2-FA1DEF2A9D27}"/>
          </ac:spMkLst>
        </pc:spChg>
        <pc:spChg chg="del">
          <ac:chgData name="Scruel Tao" userId="5ea5c98d59b44d4b" providerId="LiveId" clId="{A4B67D7D-BC74-4496-B91F-814518757E7E}" dt="2023-04-30T16:01:28.203" v="3607" actId="21"/>
          <ac:spMkLst>
            <pc:docMk/>
            <pc:sldMk cId="586481747" sldId="306"/>
            <ac:spMk id="4" creationId="{50D9FEDD-66BF-5F86-4BE7-8DACB8F1C0E2}"/>
          </ac:spMkLst>
        </pc:spChg>
        <pc:spChg chg="add del mod">
          <ac:chgData name="Scruel Tao" userId="5ea5c98d59b44d4b" providerId="LiveId" clId="{A4B67D7D-BC74-4496-B91F-814518757E7E}" dt="2023-05-01T13:27:12.067" v="3911" actId="21"/>
          <ac:spMkLst>
            <pc:docMk/>
            <pc:sldMk cId="586481747" sldId="306"/>
            <ac:spMk id="4" creationId="{64764A3B-4432-9774-F1D4-DA1A25E753AC}"/>
          </ac:spMkLst>
        </pc:spChg>
        <pc:spChg chg="del">
          <ac:chgData name="Scruel Tao" userId="5ea5c98d59b44d4b" providerId="LiveId" clId="{A4B67D7D-BC74-4496-B91F-814518757E7E}" dt="2023-04-30T16:01:29.113" v="3608" actId="21"/>
          <ac:spMkLst>
            <pc:docMk/>
            <pc:sldMk cId="586481747" sldId="306"/>
            <ac:spMk id="5" creationId="{114C6B1E-0645-32EC-965D-5D337B1B8CB3}"/>
          </ac:spMkLst>
        </pc:spChg>
        <pc:spChg chg="add del mod">
          <ac:chgData name="Scruel Tao" userId="5ea5c98d59b44d4b" providerId="LiveId" clId="{A4B67D7D-BC74-4496-B91F-814518757E7E}" dt="2023-05-01T13:27:12.067" v="3911" actId="21"/>
          <ac:spMkLst>
            <pc:docMk/>
            <pc:sldMk cId="586481747" sldId="306"/>
            <ac:spMk id="5" creationId="{52C5C3DD-420B-1400-F50E-998FB294562F}"/>
          </ac:spMkLst>
        </pc:spChg>
        <pc:spChg chg="add del mod">
          <ac:chgData name="Scruel Tao" userId="5ea5c98d59b44d4b" providerId="LiveId" clId="{A4B67D7D-BC74-4496-B91F-814518757E7E}" dt="2023-05-01T13:27:12.067" v="3911" actId="21"/>
          <ac:spMkLst>
            <pc:docMk/>
            <pc:sldMk cId="586481747" sldId="306"/>
            <ac:spMk id="6" creationId="{5F998159-F1EF-D7C3-9E60-F9860074A1C0}"/>
          </ac:spMkLst>
        </pc:spChg>
        <pc:spChg chg="del">
          <ac:chgData name="Scruel Tao" userId="5ea5c98d59b44d4b" providerId="LiveId" clId="{A4B67D7D-BC74-4496-B91F-814518757E7E}" dt="2023-04-30T16:01:29.960" v="3609" actId="21"/>
          <ac:spMkLst>
            <pc:docMk/>
            <pc:sldMk cId="586481747" sldId="306"/>
            <ac:spMk id="8" creationId="{77811498-C764-E9CE-28CC-8001250E3146}"/>
          </ac:spMkLst>
        </pc:spChg>
        <pc:picChg chg="mod">
          <ac:chgData name="Scruel Tao" userId="5ea5c98d59b44d4b" providerId="LiveId" clId="{A4B67D7D-BC74-4496-B91F-814518757E7E}" dt="2023-04-30T16:01:51.332" v="3622" actId="1037"/>
          <ac:picMkLst>
            <pc:docMk/>
            <pc:sldMk cId="586481747" sldId="306"/>
            <ac:picMk id="11" creationId="{38DC7E5B-F8C4-D4AB-325B-F95BDB50B735}"/>
          </ac:picMkLst>
        </pc:picChg>
      </pc:sldChg>
      <pc:sldChg chg="add del">
        <pc:chgData name="Scruel Tao" userId="5ea5c98d59b44d4b" providerId="LiveId" clId="{A4B67D7D-BC74-4496-B91F-814518757E7E}" dt="2023-05-02T23:03:17.178" v="4356" actId="47"/>
        <pc:sldMkLst>
          <pc:docMk/>
          <pc:sldMk cId="1599418885" sldId="307"/>
        </pc:sldMkLst>
      </pc:sldChg>
      <pc:sldChg chg="addSp delSp modSp add mod ord modTransition modAnim">
        <pc:chgData name="Scruel Tao" userId="5ea5c98d59b44d4b" providerId="LiveId" clId="{A4B67D7D-BC74-4496-B91F-814518757E7E}" dt="2023-05-27T04:11:03.754" v="5417" actId="1037"/>
        <pc:sldMkLst>
          <pc:docMk/>
          <pc:sldMk cId="1640437992" sldId="308"/>
        </pc:sldMkLst>
        <pc:spChg chg="mod">
          <ac:chgData name="Scruel Tao" userId="5ea5c98d59b44d4b" providerId="LiveId" clId="{A4B67D7D-BC74-4496-B91F-814518757E7E}" dt="2023-05-06T03:05:41.262" v="4945" actId="20577"/>
          <ac:spMkLst>
            <pc:docMk/>
            <pc:sldMk cId="1640437992" sldId="308"/>
            <ac:spMk id="2" creationId="{BAD162F0-2175-84E9-2387-55F669162449}"/>
          </ac:spMkLst>
        </pc:spChg>
        <pc:spChg chg="mod">
          <ac:chgData name="Scruel Tao" userId="5ea5c98d59b44d4b" providerId="LiveId" clId="{A4B67D7D-BC74-4496-B91F-814518757E7E}" dt="2023-05-06T03:09:20.797" v="5048" actId="1076"/>
          <ac:spMkLst>
            <pc:docMk/>
            <pc:sldMk cId="1640437992" sldId="308"/>
            <ac:spMk id="3" creationId="{0E2FC508-1AFD-A957-52F2-FA1DEF2A9D27}"/>
          </ac:spMkLst>
        </pc:spChg>
        <pc:spChg chg="add mod">
          <ac:chgData name="Scruel Tao" userId="5ea5c98d59b44d4b" providerId="LiveId" clId="{A4B67D7D-BC74-4496-B91F-814518757E7E}" dt="2023-05-06T03:09:49.603" v="5062" actId="1035"/>
          <ac:spMkLst>
            <pc:docMk/>
            <pc:sldMk cId="1640437992" sldId="308"/>
            <ac:spMk id="4" creationId="{1AF46C79-1FEA-4C23-6FD0-127FE5555588}"/>
          </ac:spMkLst>
        </pc:spChg>
        <pc:spChg chg="del">
          <ac:chgData name="Scruel Tao" userId="5ea5c98d59b44d4b" providerId="LiveId" clId="{A4B67D7D-BC74-4496-B91F-814518757E7E}" dt="2023-05-02T18:31:47.364" v="4294" actId="21"/>
          <ac:spMkLst>
            <pc:docMk/>
            <pc:sldMk cId="1640437992" sldId="308"/>
            <ac:spMk id="10" creationId="{5E26A48D-46A0-DBFC-BCBF-38B1682E109E}"/>
          </ac:spMkLst>
        </pc:spChg>
        <pc:spChg chg="mod">
          <ac:chgData name="Scruel Tao" userId="5ea5c98d59b44d4b" providerId="LiveId" clId="{A4B67D7D-BC74-4496-B91F-814518757E7E}" dt="2023-05-06T03:09:49.603" v="5062" actId="1035"/>
          <ac:spMkLst>
            <pc:docMk/>
            <pc:sldMk cId="1640437992" sldId="308"/>
            <ac:spMk id="11" creationId="{D1CB7D54-0567-8D2C-1E23-24278F792DC4}"/>
          </ac:spMkLst>
        </pc:spChg>
        <pc:spChg chg="mod">
          <ac:chgData name="Scruel Tao" userId="5ea5c98d59b44d4b" providerId="LiveId" clId="{A4B67D7D-BC74-4496-B91F-814518757E7E}" dt="2023-05-06T03:09:49.603" v="5062" actId="1035"/>
          <ac:spMkLst>
            <pc:docMk/>
            <pc:sldMk cId="1640437992" sldId="308"/>
            <ac:spMk id="13" creationId="{CD75B7E8-89C6-612E-53A3-58BD7DA64E69}"/>
          </ac:spMkLst>
        </pc:spChg>
        <pc:spChg chg="del mod">
          <ac:chgData name="Scruel Tao" userId="5ea5c98d59b44d4b" providerId="LiveId" clId="{A4B67D7D-BC74-4496-B91F-814518757E7E}" dt="2023-05-02T18:32:37.149" v="4312" actId="21"/>
          <ac:spMkLst>
            <pc:docMk/>
            <pc:sldMk cId="1640437992" sldId="308"/>
            <ac:spMk id="15" creationId="{6C6C01B1-D9AA-D7F8-28AF-406C63CCE5EF}"/>
          </ac:spMkLst>
        </pc:spChg>
        <pc:picChg chg="mod">
          <ac:chgData name="Scruel Tao" userId="5ea5c98d59b44d4b" providerId="LiveId" clId="{A4B67D7D-BC74-4496-B91F-814518757E7E}" dt="2023-05-27T04:11:03.754" v="5417" actId="1037"/>
          <ac:picMkLst>
            <pc:docMk/>
            <pc:sldMk cId="1640437992" sldId="308"/>
            <ac:picMk id="5" creationId="{06A7555A-07A1-62F3-16D8-350B727AFE24}"/>
          </ac:picMkLst>
        </pc:picChg>
        <pc:picChg chg="mod">
          <ac:chgData name="Scruel Tao" userId="5ea5c98d59b44d4b" providerId="LiveId" clId="{A4B67D7D-BC74-4496-B91F-814518757E7E}" dt="2023-05-06T03:09:49.603" v="5062" actId="1035"/>
          <ac:picMkLst>
            <pc:docMk/>
            <pc:sldMk cId="1640437992" sldId="308"/>
            <ac:picMk id="7" creationId="{B0471FDA-5B60-FDAA-5DF0-20CC3602316E}"/>
          </ac:picMkLst>
        </pc:picChg>
        <pc:picChg chg="del mod">
          <ac:chgData name="Scruel Tao" userId="5ea5c98d59b44d4b" providerId="LiveId" clId="{A4B67D7D-BC74-4496-B91F-814518757E7E}" dt="2023-05-02T18:32:38.042" v="4313" actId="21"/>
          <ac:picMkLst>
            <pc:docMk/>
            <pc:sldMk cId="1640437992" sldId="308"/>
            <ac:picMk id="9" creationId="{B8DA2F76-FF70-9C93-D291-73425AB3C0D9}"/>
          </ac:picMkLst>
        </pc:picChg>
      </pc:sldChg>
      <pc:sldChg chg="add del">
        <pc:chgData name="Scruel Tao" userId="5ea5c98d59b44d4b" providerId="LiveId" clId="{A4B67D7D-BC74-4496-B91F-814518757E7E}" dt="2023-05-02T18:33:53.432" v="4347" actId="47"/>
        <pc:sldMkLst>
          <pc:docMk/>
          <pc:sldMk cId="165061590" sldId="309"/>
        </pc:sldMkLst>
      </pc:sldChg>
      <pc:sldChg chg="modSp add del mod modTransition modAnim">
        <pc:chgData name="Scruel Tao" userId="5ea5c98d59b44d4b" providerId="LiveId" clId="{A4B67D7D-BC74-4496-B91F-814518757E7E}" dt="2023-05-06T03:09:15.527" v="5046" actId="47"/>
        <pc:sldMkLst>
          <pc:docMk/>
          <pc:sldMk cId="2795683475" sldId="310"/>
        </pc:sldMkLst>
        <pc:spChg chg="mod">
          <ac:chgData name="Scruel Tao" userId="5ea5c98d59b44d4b" providerId="LiveId" clId="{A4B67D7D-BC74-4496-B91F-814518757E7E}" dt="2023-05-06T03:05:48.335" v="4948" actId="20577"/>
          <ac:spMkLst>
            <pc:docMk/>
            <pc:sldMk cId="2795683475" sldId="310"/>
            <ac:spMk id="2" creationId="{BAD162F0-2175-84E9-2387-55F669162449}"/>
          </ac:spMkLst>
        </pc:spChg>
        <pc:spChg chg="mod">
          <ac:chgData name="Scruel Tao" userId="5ea5c98d59b44d4b" providerId="LiveId" clId="{A4B67D7D-BC74-4496-B91F-814518757E7E}" dt="2023-05-03T04:19:09.318" v="4486" actId="113"/>
          <ac:spMkLst>
            <pc:docMk/>
            <pc:sldMk cId="2795683475" sldId="310"/>
            <ac:spMk id="3" creationId="{0E2FC508-1AFD-A957-52F2-FA1DEF2A9D27}"/>
          </ac:spMkLst>
        </pc:spChg>
        <pc:spChg chg="mod">
          <ac:chgData name="Scruel Tao" userId="5ea5c98d59b44d4b" providerId="LiveId" clId="{A4B67D7D-BC74-4496-B91F-814518757E7E}" dt="2023-05-06T03:06:43.913" v="4965" actId="1035"/>
          <ac:spMkLst>
            <pc:docMk/>
            <pc:sldMk cId="2795683475" sldId="310"/>
            <ac:spMk id="4" creationId="{1AF46C79-1FEA-4C23-6FD0-127FE5555588}"/>
          </ac:spMkLst>
        </pc:spChg>
        <pc:spChg chg="mod">
          <ac:chgData name="Scruel Tao" userId="5ea5c98d59b44d4b" providerId="LiveId" clId="{A4B67D7D-BC74-4496-B91F-814518757E7E}" dt="2023-05-06T03:06:43.913" v="4965" actId="1035"/>
          <ac:spMkLst>
            <pc:docMk/>
            <pc:sldMk cId="2795683475" sldId="310"/>
            <ac:spMk id="11" creationId="{D1CB7D54-0567-8D2C-1E23-24278F792DC4}"/>
          </ac:spMkLst>
        </pc:spChg>
        <pc:spChg chg="mod">
          <ac:chgData name="Scruel Tao" userId="5ea5c98d59b44d4b" providerId="LiveId" clId="{A4B67D7D-BC74-4496-B91F-814518757E7E}" dt="2023-05-06T03:06:43.913" v="4965" actId="1035"/>
          <ac:spMkLst>
            <pc:docMk/>
            <pc:sldMk cId="2795683475" sldId="310"/>
            <ac:spMk id="13" creationId="{CD75B7E8-89C6-612E-53A3-58BD7DA64E69}"/>
          </ac:spMkLst>
        </pc:spChg>
        <pc:picChg chg="mod">
          <ac:chgData name="Scruel Tao" userId="5ea5c98d59b44d4b" providerId="LiveId" clId="{A4B67D7D-BC74-4496-B91F-814518757E7E}" dt="2023-05-06T03:06:43.913" v="4965" actId="1035"/>
          <ac:picMkLst>
            <pc:docMk/>
            <pc:sldMk cId="2795683475" sldId="310"/>
            <ac:picMk id="5" creationId="{06A7555A-07A1-62F3-16D8-350B727AFE24}"/>
          </ac:picMkLst>
        </pc:picChg>
        <pc:picChg chg="mod">
          <ac:chgData name="Scruel Tao" userId="5ea5c98d59b44d4b" providerId="LiveId" clId="{A4B67D7D-BC74-4496-B91F-814518757E7E}" dt="2023-05-06T03:06:43.913" v="4965" actId="1035"/>
          <ac:picMkLst>
            <pc:docMk/>
            <pc:sldMk cId="2795683475" sldId="310"/>
            <ac:picMk id="7" creationId="{B0471FDA-5B60-FDAA-5DF0-20CC3602316E}"/>
          </ac:picMkLst>
        </pc:picChg>
      </pc:sldChg>
      <pc:sldChg chg="modSp add del mod">
        <pc:chgData name="Scruel Tao" userId="5ea5c98d59b44d4b" providerId="LiveId" clId="{A4B67D7D-BC74-4496-B91F-814518757E7E}" dt="2023-05-04T01:17:55.799" v="4607" actId="47"/>
        <pc:sldMkLst>
          <pc:docMk/>
          <pc:sldMk cId="3161108256" sldId="311"/>
        </pc:sldMkLst>
        <pc:spChg chg="mod">
          <ac:chgData name="Scruel Tao" userId="5ea5c98d59b44d4b" providerId="LiveId" clId="{A4B67D7D-BC74-4496-B91F-814518757E7E}" dt="2023-05-04T01:16:24.824" v="4605" actId="20577"/>
          <ac:spMkLst>
            <pc:docMk/>
            <pc:sldMk cId="3161108256" sldId="311"/>
            <ac:spMk id="3" creationId="{AC7759D9-0BB4-08ED-8476-24F7D903D6DE}"/>
          </ac:spMkLst>
        </pc:spChg>
      </pc:sldChg>
      <pc:sldChg chg="add del">
        <pc:chgData name="Scruel Tao" userId="5ea5c98d59b44d4b" providerId="LiveId" clId="{A4B67D7D-BC74-4496-B91F-814518757E7E}" dt="2023-05-04T01:20:12.893" v="4609" actId="47"/>
        <pc:sldMkLst>
          <pc:docMk/>
          <pc:sldMk cId="2140181110" sldId="312"/>
        </pc:sldMkLst>
      </pc:sldChg>
      <pc:sldChg chg="add del">
        <pc:chgData name="Scruel Tao" userId="5ea5c98d59b44d4b" providerId="LiveId" clId="{A4B67D7D-BC74-4496-B91F-814518757E7E}" dt="2023-05-05T02:30:28.363" v="4612" actId="47"/>
        <pc:sldMkLst>
          <pc:docMk/>
          <pc:sldMk cId="3161108256" sldId="363"/>
        </pc:sldMkLst>
      </pc:sldChg>
      <pc:sldChg chg="modSp add del mod">
        <pc:chgData name="Scruel Tao" userId="5ea5c98d59b44d4b" providerId="LiveId" clId="{A4B67D7D-BC74-4496-B91F-814518757E7E}" dt="2023-05-04T18:24:06.136" v="4761" actId="47"/>
        <pc:sldMkLst>
          <pc:docMk/>
          <pc:sldMk cId="858978597" sldId="364"/>
        </pc:sldMkLst>
        <pc:spChg chg="mod">
          <ac:chgData name="Scruel Tao" userId="5ea5c98d59b44d4b" providerId="LiveId" clId="{A4B67D7D-BC74-4496-B91F-814518757E7E}" dt="2023-05-05T03:14:24.495" v="4759" actId="20577"/>
          <ac:spMkLst>
            <pc:docMk/>
            <pc:sldMk cId="858978597" sldId="364"/>
            <ac:spMk id="3" creationId="{AC7759D9-0BB4-08ED-8476-24F7D903D6DE}"/>
          </ac:spMkLst>
        </pc:spChg>
      </pc:sldChg>
      <pc:sldChg chg="add modTransition">
        <pc:chgData name="Scruel Tao" userId="5ea5c98d59b44d4b" providerId="LiveId" clId="{A4B67D7D-BC74-4496-B91F-814518757E7E}" dt="2023-05-05T14:59:42.841" v="4763"/>
        <pc:sldMkLst>
          <pc:docMk/>
          <pc:sldMk cId="3625446739" sldId="366"/>
        </pc:sldMkLst>
      </pc:sldChg>
      <pc:sldChg chg="addSp modSp add mod modAnim">
        <pc:chgData name="Scruel Tao" userId="5ea5c98d59b44d4b" providerId="LiveId" clId="{A4B67D7D-BC74-4496-B91F-814518757E7E}" dt="2023-05-06T03:37:54.967" v="5149"/>
        <pc:sldMkLst>
          <pc:docMk/>
          <pc:sldMk cId="2228905181" sldId="367"/>
        </pc:sldMkLst>
        <pc:spChg chg="mod">
          <ac:chgData name="Scruel Tao" userId="5ea5c98d59b44d4b" providerId="LiveId" clId="{A4B67D7D-BC74-4496-B91F-814518757E7E}" dt="2023-05-06T03:05:51.183" v="4951" actId="20577"/>
          <ac:spMkLst>
            <pc:docMk/>
            <pc:sldMk cId="2228905181" sldId="367"/>
            <ac:spMk id="2" creationId="{BAD162F0-2175-84E9-2387-55F669162449}"/>
          </ac:spMkLst>
        </pc:spChg>
        <pc:spChg chg="mod">
          <ac:chgData name="Scruel Tao" userId="5ea5c98d59b44d4b" providerId="LiveId" clId="{A4B67D7D-BC74-4496-B91F-814518757E7E}" dt="2023-05-06T03:09:42.363" v="5058" actId="1035"/>
          <ac:spMkLst>
            <pc:docMk/>
            <pc:sldMk cId="2228905181" sldId="367"/>
            <ac:spMk id="4" creationId="{1AF46C79-1FEA-4C23-6FD0-127FE5555588}"/>
          </ac:spMkLst>
        </pc:spChg>
        <pc:spChg chg="add mod">
          <ac:chgData name="Scruel Tao" userId="5ea5c98d59b44d4b" providerId="LiveId" clId="{A4B67D7D-BC74-4496-B91F-814518757E7E}" dt="2023-05-06T03:09:42.363" v="5058" actId="1035"/>
          <ac:spMkLst>
            <pc:docMk/>
            <pc:sldMk cId="2228905181" sldId="367"/>
            <ac:spMk id="6" creationId="{14461B16-B28D-1D04-2C91-19099C0511B7}"/>
          </ac:spMkLst>
        </pc:spChg>
        <pc:spChg chg="add mod">
          <ac:chgData name="Scruel Tao" userId="5ea5c98d59b44d4b" providerId="LiveId" clId="{A4B67D7D-BC74-4496-B91F-814518757E7E}" dt="2023-05-06T03:09:42.363" v="5058" actId="1035"/>
          <ac:spMkLst>
            <pc:docMk/>
            <pc:sldMk cId="2228905181" sldId="367"/>
            <ac:spMk id="9" creationId="{B10F4E6C-A412-67D4-4924-EAEA77F329C9}"/>
          </ac:spMkLst>
        </pc:spChg>
        <pc:spChg chg="add mod">
          <ac:chgData name="Scruel Tao" userId="5ea5c98d59b44d4b" providerId="LiveId" clId="{A4B67D7D-BC74-4496-B91F-814518757E7E}" dt="2023-05-06T03:09:42.363" v="5058" actId="1035"/>
          <ac:spMkLst>
            <pc:docMk/>
            <pc:sldMk cId="2228905181" sldId="367"/>
            <ac:spMk id="10" creationId="{57D29990-5754-7F2D-4C6F-895824F015AC}"/>
          </ac:spMkLst>
        </pc:spChg>
        <pc:spChg chg="mod">
          <ac:chgData name="Scruel Tao" userId="5ea5c98d59b44d4b" providerId="LiveId" clId="{A4B67D7D-BC74-4496-B91F-814518757E7E}" dt="2023-05-06T03:09:42.363" v="5058" actId="1035"/>
          <ac:spMkLst>
            <pc:docMk/>
            <pc:sldMk cId="2228905181" sldId="367"/>
            <ac:spMk id="11" creationId="{D1CB7D54-0567-8D2C-1E23-24278F792DC4}"/>
          </ac:spMkLst>
        </pc:spChg>
        <pc:spChg chg="add mod">
          <ac:chgData name="Scruel Tao" userId="5ea5c98d59b44d4b" providerId="LiveId" clId="{A4B67D7D-BC74-4496-B91F-814518757E7E}" dt="2023-05-06T03:09:42.363" v="5058" actId="1035"/>
          <ac:spMkLst>
            <pc:docMk/>
            <pc:sldMk cId="2228905181" sldId="367"/>
            <ac:spMk id="12" creationId="{82DA919B-2088-BB51-58F5-0C1F6756A6C9}"/>
          </ac:spMkLst>
        </pc:spChg>
        <pc:spChg chg="mod">
          <ac:chgData name="Scruel Tao" userId="5ea5c98d59b44d4b" providerId="LiveId" clId="{A4B67D7D-BC74-4496-B91F-814518757E7E}" dt="2023-05-06T03:09:42.363" v="5058" actId="1035"/>
          <ac:spMkLst>
            <pc:docMk/>
            <pc:sldMk cId="2228905181" sldId="367"/>
            <ac:spMk id="13" creationId="{CD75B7E8-89C6-612E-53A3-58BD7DA64E69}"/>
          </ac:spMkLst>
        </pc:spChg>
        <pc:picChg chg="mod">
          <ac:chgData name="Scruel Tao" userId="5ea5c98d59b44d4b" providerId="LiveId" clId="{A4B67D7D-BC74-4496-B91F-814518757E7E}" dt="2023-05-06T03:09:42.363" v="5058" actId="1035"/>
          <ac:picMkLst>
            <pc:docMk/>
            <pc:sldMk cId="2228905181" sldId="367"/>
            <ac:picMk id="5" creationId="{06A7555A-07A1-62F3-16D8-350B727AFE24}"/>
          </ac:picMkLst>
        </pc:picChg>
        <pc:picChg chg="mod">
          <ac:chgData name="Scruel Tao" userId="5ea5c98d59b44d4b" providerId="LiveId" clId="{A4B67D7D-BC74-4496-B91F-814518757E7E}" dt="2023-05-06T03:09:42.363" v="5058" actId="1035"/>
          <ac:picMkLst>
            <pc:docMk/>
            <pc:sldMk cId="2228905181" sldId="367"/>
            <ac:picMk id="7" creationId="{B0471FDA-5B60-FDAA-5DF0-20CC3602316E}"/>
          </ac:picMkLst>
        </pc:picChg>
      </pc:sldChg>
      <pc:sldChg chg="modSp add mod">
        <pc:chgData name="Scruel Tao" userId="5ea5c98d59b44d4b" providerId="LiveId" clId="{A4B67D7D-BC74-4496-B91F-814518757E7E}" dt="2023-05-06T20:57:01.053" v="5359" actId="1076"/>
        <pc:sldMkLst>
          <pc:docMk/>
          <pc:sldMk cId="852871472" sldId="368"/>
        </pc:sldMkLst>
        <pc:spChg chg="mod">
          <ac:chgData name="Scruel Tao" userId="5ea5c98d59b44d4b" providerId="LiveId" clId="{A4B67D7D-BC74-4496-B91F-814518757E7E}" dt="2023-05-06T08:44:05.807" v="5256" actId="115"/>
          <ac:spMkLst>
            <pc:docMk/>
            <pc:sldMk cId="852871472" sldId="368"/>
            <ac:spMk id="3" creationId="{0E2FC508-1AFD-A957-52F2-FA1DEF2A9D27}"/>
          </ac:spMkLst>
        </pc:spChg>
        <pc:spChg chg="mod">
          <ac:chgData name="Scruel Tao" userId="5ea5c98d59b44d4b" providerId="LiveId" clId="{A4B67D7D-BC74-4496-B91F-814518757E7E}" dt="2023-05-06T08:44:41.194" v="5296" actId="255"/>
          <ac:spMkLst>
            <pc:docMk/>
            <pc:sldMk cId="852871472" sldId="368"/>
            <ac:spMk id="4" creationId="{50D9FEDD-66BF-5F86-4BE7-8DACB8F1C0E2}"/>
          </ac:spMkLst>
        </pc:spChg>
        <pc:spChg chg="mod">
          <ac:chgData name="Scruel Tao" userId="5ea5c98d59b44d4b" providerId="LiveId" clId="{A4B67D7D-BC74-4496-B91F-814518757E7E}" dt="2023-05-06T08:44:44.541" v="5297" actId="1076"/>
          <ac:spMkLst>
            <pc:docMk/>
            <pc:sldMk cId="852871472" sldId="368"/>
            <ac:spMk id="5" creationId="{114C6B1E-0645-32EC-965D-5D337B1B8CB3}"/>
          </ac:spMkLst>
        </pc:spChg>
        <pc:spChg chg="mod">
          <ac:chgData name="Scruel Tao" userId="5ea5c98d59b44d4b" providerId="LiveId" clId="{A4B67D7D-BC74-4496-B91F-814518757E7E}" dt="2023-05-06T20:57:01.053" v="5359" actId="1076"/>
          <ac:spMkLst>
            <pc:docMk/>
            <pc:sldMk cId="852871472" sldId="368"/>
            <ac:spMk id="6" creationId="{5E141099-A368-9FA1-DFD5-D35572374C33}"/>
          </ac:spMkLst>
        </pc:spChg>
      </pc:sldChg>
      <pc:sldMasterChg chg="modTransition modSldLayout">
        <pc:chgData name="Scruel Tao" userId="5ea5c98d59b44d4b" providerId="LiveId" clId="{A4B67D7D-BC74-4496-B91F-814518757E7E}" dt="2023-05-16T03:56:38.516" v="5403" actId="478"/>
        <pc:sldMasterMkLst>
          <pc:docMk/>
          <pc:sldMasterMk cId="1766057859" sldId="2147483648"/>
        </pc:sldMasterMkLst>
        <pc:sldLayoutChg chg="modTransition">
          <pc:chgData name="Scruel Tao" userId="5ea5c98d59b44d4b" providerId="LiveId" clId="{A4B67D7D-BC74-4496-B91F-814518757E7E}" dt="2023-05-05T14:59:42.841" v="4763"/>
          <pc:sldLayoutMkLst>
            <pc:docMk/>
            <pc:sldMasterMk cId="1766057859" sldId="2147483648"/>
            <pc:sldLayoutMk cId="2187492797" sldId="2147483649"/>
          </pc:sldLayoutMkLst>
        </pc:sldLayoutChg>
        <pc:sldLayoutChg chg="addSp delSp modSp mod modTransition">
          <pc:chgData name="Scruel Tao" userId="5ea5c98d59b44d4b" providerId="LiveId" clId="{A4B67D7D-BC74-4496-B91F-814518757E7E}" dt="2023-05-05T14:59:42.841" v="4763"/>
          <pc:sldLayoutMkLst>
            <pc:docMk/>
            <pc:sldMasterMk cId="1766057859" sldId="2147483648"/>
            <pc:sldLayoutMk cId="2116765151" sldId="2147483650"/>
          </pc:sldLayoutMkLst>
          <pc:spChg chg="del">
            <ac:chgData name="Scruel Tao" userId="5ea5c98d59b44d4b" providerId="LiveId" clId="{A4B67D7D-BC74-4496-B91F-814518757E7E}" dt="2023-05-03T00:08:10.311" v="4359" actId="478"/>
            <ac:spMkLst>
              <pc:docMk/>
              <pc:sldMasterMk cId="1766057859" sldId="2147483648"/>
              <pc:sldLayoutMk cId="2116765151" sldId="2147483650"/>
              <ac:spMk id="7" creationId="{CC508A81-C1C7-B1D4-63BC-4C397A9B30DA}"/>
            </ac:spMkLst>
          </pc:spChg>
          <pc:spChg chg="add mod">
            <ac:chgData name="Scruel Tao" userId="5ea5c98d59b44d4b" providerId="LiveId" clId="{A4B67D7D-BC74-4496-B91F-814518757E7E}" dt="2023-05-03T00:08:10.543" v="4360"/>
            <ac:spMkLst>
              <pc:docMk/>
              <pc:sldMasterMk cId="1766057859" sldId="2147483648"/>
              <pc:sldLayoutMk cId="2116765151" sldId="2147483650"/>
              <ac:spMk id="8" creationId="{85CD0BD6-7E53-8C38-3FC6-4399F3FA7741}"/>
            </ac:spMkLst>
          </pc:spChg>
        </pc:sldLayoutChg>
        <pc:sldLayoutChg chg="modTransition">
          <pc:chgData name="Scruel Tao" userId="5ea5c98d59b44d4b" providerId="LiveId" clId="{A4B67D7D-BC74-4496-B91F-814518757E7E}" dt="2023-05-05T14:59:42.841" v="4763"/>
          <pc:sldLayoutMkLst>
            <pc:docMk/>
            <pc:sldMasterMk cId="1766057859" sldId="2147483648"/>
            <pc:sldLayoutMk cId="3876442843" sldId="2147483651"/>
          </pc:sldLayoutMkLst>
        </pc:sldLayoutChg>
        <pc:sldLayoutChg chg="addSp delSp modSp mod modTransition">
          <pc:chgData name="Scruel Tao" userId="5ea5c98d59b44d4b" providerId="LiveId" clId="{A4B67D7D-BC74-4496-B91F-814518757E7E}" dt="2023-05-05T14:59:42.841" v="4763"/>
          <pc:sldLayoutMkLst>
            <pc:docMk/>
            <pc:sldMasterMk cId="1766057859" sldId="2147483648"/>
            <pc:sldLayoutMk cId="2296489930" sldId="2147483652"/>
          </pc:sldLayoutMkLst>
          <pc:spChg chg="del">
            <ac:chgData name="Scruel Tao" userId="5ea5c98d59b44d4b" providerId="LiveId" clId="{A4B67D7D-BC74-4496-B91F-814518757E7E}" dt="2023-05-03T00:08:12.980" v="4361" actId="478"/>
            <ac:spMkLst>
              <pc:docMk/>
              <pc:sldMasterMk cId="1766057859" sldId="2147483648"/>
              <pc:sldLayoutMk cId="2296489930" sldId="2147483652"/>
              <ac:spMk id="8" creationId="{C5A5C420-1B53-618C-C968-A8FEF109459A}"/>
            </ac:spMkLst>
          </pc:spChg>
          <pc:spChg chg="add mod">
            <ac:chgData name="Scruel Tao" userId="5ea5c98d59b44d4b" providerId="LiveId" clId="{A4B67D7D-BC74-4496-B91F-814518757E7E}" dt="2023-05-03T00:08:13.244" v="4362"/>
            <ac:spMkLst>
              <pc:docMk/>
              <pc:sldMasterMk cId="1766057859" sldId="2147483648"/>
              <pc:sldLayoutMk cId="2296489930" sldId="2147483652"/>
              <ac:spMk id="9" creationId="{ACF390AA-4B93-DD05-E2BA-A92585A95DFC}"/>
            </ac:spMkLst>
          </pc:spChg>
        </pc:sldLayoutChg>
        <pc:sldLayoutChg chg="modTransition">
          <pc:chgData name="Scruel Tao" userId="5ea5c98d59b44d4b" providerId="LiveId" clId="{A4B67D7D-BC74-4496-B91F-814518757E7E}" dt="2023-05-05T14:59:42.841" v="4763"/>
          <pc:sldLayoutMkLst>
            <pc:docMk/>
            <pc:sldMasterMk cId="1766057859" sldId="2147483648"/>
            <pc:sldLayoutMk cId="1903742116" sldId="2147483653"/>
          </pc:sldLayoutMkLst>
        </pc:sldLayoutChg>
        <pc:sldLayoutChg chg="modTransition">
          <pc:chgData name="Scruel Tao" userId="5ea5c98d59b44d4b" providerId="LiveId" clId="{A4B67D7D-BC74-4496-B91F-814518757E7E}" dt="2023-05-05T14:59:42.841" v="4763"/>
          <pc:sldLayoutMkLst>
            <pc:docMk/>
            <pc:sldMasterMk cId="1766057859" sldId="2147483648"/>
            <pc:sldLayoutMk cId="2266343131" sldId="2147483654"/>
          </pc:sldLayoutMkLst>
        </pc:sldLayoutChg>
        <pc:sldLayoutChg chg="modTransition">
          <pc:chgData name="Scruel Tao" userId="5ea5c98d59b44d4b" providerId="LiveId" clId="{A4B67D7D-BC74-4496-B91F-814518757E7E}" dt="2023-05-05T14:59:42.841" v="4763"/>
          <pc:sldLayoutMkLst>
            <pc:docMk/>
            <pc:sldMasterMk cId="1766057859" sldId="2147483648"/>
            <pc:sldLayoutMk cId="3125871839" sldId="2147483655"/>
          </pc:sldLayoutMkLst>
        </pc:sldLayoutChg>
        <pc:sldLayoutChg chg="modTransition">
          <pc:chgData name="Scruel Tao" userId="5ea5c98d59b44d4b" providerId="LiveId" clId="{A4B67D7D-BC74-4496-B91F-814518757E7E}" dt="2023-05-05T14:59:42.841" v="4763"/>
          <pc:sldLayoutMkLst>
            <pc:docMk/>
            <pc:sldMasterMk cId="1766057859" sldId="2147483648"/>
            <pc:sldLayoutMk cId="4269120921" sldId="2147483656"/>
          </pc:sldLayoutMkLst>
        </pc:sldLayoutChg>
        <pc:sldLayoutChg chg="modTransition">
          <pc:chgData name="Scruel Tao" userId="5ea5c98d59b44d4b" providerId="LiveId" clId="{A4B67D7D-BC74-4496-B91F-814518757E7E}" dt="2023-05-05T14:59:42.841" v="4763"/>
          <pc:sldLayoutMkLst>
            <pc:docMk/>
            <pc:sldMasterMk cId="1766057859" sldId="2147483648"/>
            <pc:sldLayoutMk cId="3839517779" sldId="2147483657"/>
          </pc:sldLayoutMkLst>
        </pc:sldLayoutChg>
        <pc:sldLayoutChg chg="modTransition">
          <pc:chgData name="Scruel Tao" userId="5ea5c98d59b44d4b" providerId="LiveId" clId="{A4B67D7D-BC74-4496-B91F-814518757E7E}" dt="2023-05-05T14:59:42.841" v="4763"/>
          <pc:sldLayoutMkLst>
            <pc:docMk/>
            <pc:sldMasterMk cId="1766057859" sldId="2147483648"/>
            <pc:sldLayoutMk cId="3533658407" sldId="2147483658"/>
          </pc:sldLayoutMkLst>
        </pc:sldLayoutChg>
        <pc:sldLayoutChg chg="modTransition">
          <pc:chgData name="Scruel Tao" userId="5ea5c98d59b44d4b" providerId="LiveId" clId="{A4B67D7D-BC74-4496-B91F-814518757E7E}" dt="2023-05-05T14:59:42.841" v="4763"/>
          <pc:sldLayoutMkLst>
            <pc:docMk/>
            <pc:sldMasterMk cId="1766057859" sldId="2147483648"/>
            <pc:sldLayoutMk cId="1976972956" sldId="2147483659"/>
          </pc:sldLayoutMkLst>
        </pc:sldLayoutChg>
        <pc:sldLayoutChg chg="delSp modTransition">
          <pc:chgData name="Scruel Tao" userId="5ea5c98d59b44d4b" providerId="LiveId" clId="{A4B67D7D-BC74-4496-B91F-814518757E7E}" dt="2023-05-16T03:56:38.516" v="5403" actId="478"/>
          <pc:sldLayoutMkLst>
            <pc:docMk/>
            <pc:sldMasterMk cId="1766057859" sldId="2147483648"/>
            <pc:sldLayoutMk cId="1337634028" sldId="2147483660"/>
          </pc:sldLayoutMkLst>
          <pc:spChg chg="del">
            <ac:chgData name="Scruel Tao" userId="5ea5c98d59b44d4b" providerId="LiveId" clId="{A4B67D7D-BC74-4496-B91F-814518757E7E}" dt="2023-05-16T03:56:38.516" v="5403" actId="478"/>
            <ac:spMkLst>
              <pc:docMk/>
              <pc:sldMasterMk cId="1766057859" sldId="2147483648"/>
              <pc:sldLayoutMk cId="1337634028" sldId="2147483660"/>
              <ac:spMk id="19472" creationId="{BD0BF484-93B1-9A87-952A-7D5E9B29C38D}"/>
            </ac:spMkLst>
          </pc:spChg>
        </pc:sldLayoutChg>
      </pc:sldMasterChg>
    </pc:docChg>
  </pc:docChgLst>
  <pc:docChgLst>
    <pc:chgData name="Scruel Tao" userId="5ea5c98d59b44d4b" providerId="LiveId" clId="{B38B6544-768B-45CF-8BF5-97F5670D2594}"/>
    <pc:docChg chg="undo custSel addSld modSld">
      <pc:chgData name="Scruel Tao" userId="5ea5c98d59b44d4b" providerId="LiveId" clId="{B38B6544-768B-45CF-8BF5-97F5670D2594}" dt="2023-12-03T14:20:12.135" v="831"/>
      <pc:docMkLst>
        <pc:docMk/>
      </pc:docMkLst>
      <pc:sldChg chg="modAnim">
        <pc:chgData name="Scruel Tao" userId="5ea5c98d59b44d4b" providerId="LiveId" clId="{B38B6544-768B-45CF-8BF5-97F5670D2594}" dt="2023-12-03T10:00:56.511" v="830"/>
        <pc:sldMkLst>
          <pc:docMk/>
          <pc:sldMk cId="3745708182" sldId="280"/>
        </pc:sldMkLst>
      </pc:sldChg>
      <pc:sldChg chg="modSp">
        <pc:chgData name="Scruel Tao" userId="5ea5c98d59b44d4b" providerId="LiveId" clId="{B38B6544-768B-45CF-8BF5-97F5670D2594}" dt="2023-12-03T08:36:39.282" v="7" actId="255"/>
        <pc:sldMkLst>
          <pc:docMk/>
          <pc:sldMk cId="3407803589" sldId="288"/>
        </pc:sldMkLst>
        <pc:spChg chg="mod">
          <ac:chgData name="Scruel Tao" userId="5ea5c98d59b44d4b" providerId="LiveId" clId="{B38B6544-768B-45CF-8BF5-97F5670D2594}" dt="2023-12-03T08:36:39.282" v="7" actId="255"/>
          <ac:spMkLst>
            <pc:docMk/>
            <pc:sldMk cId="3407803589" sldId="288"/>
            <ac:spMk id="3" creationId="{0E2FC508-1AFD-A957-52F2-FA1DEF2A9D27}"/>
          </ac:spMkLst>
        </pc:spChg>
      </pc:sldChg>
      <pc:sldChg chg="modSp mod">
        <pc:chgData name="Scruel Tao" userId="5ea5c98d59b44d4b" providerId="LiveId" clId="{B38B6544-768B-45CF-8BF5-97F5670D2594}" dt="2023-12-03T08:39:32.157" v="217" actId="1076"/>
        <pc:sldMkLst>
          <pc:docMk/>
          <pc:sldMk cId="140711154" sldId="289"/>
        </pc:sldMkLst>
        <pc:spChg chg="mod">
          <ac:chgData name="Scruel Tao" userId="5ea5c98d59b44d4b" providerId="LiveId" clId="{B38B6544-768B-45CF-8BF5-97F5670D2594}" dt="2023-12-03T08:36:54.855" v="11" actId="255"/>
          <ac:spMkLst>
            <pc:docMk/>
            <pc:sldMk cId="140711154" sldId="289"/>
            <ac:spMk id="3" creationId="{0E2FC508-1AFD-A957-52F2-FA1DEF2A9D27}"/>
          </ac:spMkLst>
        </pc:spChg>
        <pc:spChg chg="mod">
          <ac:chgData name="Scruel Tao" userId="5ea5c98d59b44d4b" providerId="LiveId" clId="{B38B6544-768B-45CF-8BF5-97F5670D2594}" dt="2023-12-03T08:39:32.157" v="217" actId="1076"/>
          <ac:spMkLst>
            <pc:docMk/>
            <pc:sldMk cId="140711154" sldId="289"/>
            <ac:spMk id="5" creationId="{B7A8CE03-6A77-60EC-056E-D7A0019640A3}"/>
          </ac:spMkLst>
        </pc:spChg>
      </pc:sldChg>
      <pc:sldChg chg="addSp delSp modSp mod modAnim">
        <pc:chgData name="Scruel Tao" userId="5ea5c98d59b44d4b" providerId="LiveId" clId="{B38B6544-768B-45CF-8BF5-97F5670D2594}" dt="2023-12-03T09:51:11.184" v="759"/>
        <pc:sldMkLst>
          <pc:docMk/>
          <pc:sldMk cId="3974892786" sldId="290"/>
        </pc:sldMkLst>
        <pc:spChg chg="mod">
          <ac:chgData name="Scruel Tao" userId="5ea5c98d59b44d4b" providerId="LiveId" clId="{B38B6544-768B-45CF-8BF5-97F5670D2594}" dt="2023-12-03T09:51:11.184" v="759"/>
          <ac:spMkLst>
            <pc:docMk/>
            <pc:sldMk cId="3974892786" sldId="290"/>
            <ac:spMk id="3" creationId="{0E2FC508-1AFD-A957-52F2-FA1DEF2A9D27}"/>
          </ac:spMkLst>
        </pc:spChg>
        <pc:spChg chg="add del mod">
          <ac:chgData name="Scruel Tao" userId="5ea5c98d59b44d4b" providerId="LiveId" clId="{B38B6544-768B-45CF-8BF5-97F5670D2594}" dt="2023-12-03T08:40:49.159" v="243" actId="478"/>
          <ac:spMkLst>
            <pc:docMk/>
            <pc:sldMk cId="3974892786" sldId="290"/>
            <ac:spMk id="4" creationId="{D711C78A-150D-8D4D-54FE-131997BE31F3}"/>
          </ac:spMkLst>
        </pc:spChg>
      </pc:sldChg>
      <pc:sldChg chg="delSp modSp mod delAnim modAnim">
        <pc:chgData name="Scruel Tao" userId="5ea5c98d59b44d4b" providerId="LiveId" clId="{B38B6544-768B-45CF-8BF5-97F5670D2594}" dt="2023-12-03T09:57:01.057" v="817"/>
        <pc:sldMkLst>
          <pc:docMk/>
          <pc:sldMk cId="1363497738" sldId="291"/>
        </pc:sldMkLst>
        <pc:spChg chg="mod">
          <ac:chgData name="Scruel Tao" userId="5ea5c98d59b44d4b" providerId="LiveId" clId="{B38B6544-768B-45CF-8BF5-97F5670D2594}" dt="2023-12-03T08:37:03.678" v="13" actId="404"/>
          <ac:spMkLst>
            <pc:docMk/>
            <pc:sldMk cId="1363497738" sldId="291"/>
            <ac:spMk id="3" creationId="{0E2FC508-1AFD-A957-52F2-FA1DEF2A9D27}"/>
          </ac:spMkLst>
        </pc:spChg>
        <pc:spChg chg="mod">
          <ac:chgData name="Scruel Tao" userId="5ea5c98d59b44d4b" providerId="LiveId" clId="{B38B6544-768B-45CF-8BF5-97F5670D2594}" dt="2023-12-03T09:57:01.057" v="817"/>
          <ac:spMkLst>
            <pc:docMk/>
            <pc:sldMk cId="1363497738" sldId="291"/>
            <ac:spMk id="4" creationId="{1240B367-5845-5646-7A17-5047501A0AF2}"/>
          </ac:spMkLst>
        </pc:spChg>
        <pc:spChg chg="del">
          <ac:chgData name="Scruel Tao" userId="5ea5c98d59b44d4b" providerId="LiveId" clId="{B38B6544-768B-45CF-8BF5-97F5670D2594}" dt="2023-12-03T09:56:23.979" v="810" actId="478"/>
          <ac:spMkLst>
            <pc:docMk/>
            <pc:sldMk cId="1363497738" sldId="291"/>
            <ac:spMk id="5" creationId="{C2806D0C-9D45-8455-3EF3-A2BE259C34B7}"/>
          </ac:spMkLst>
        </pc:spChg>
        <pc:spChg chg="del">
          <ac:chgData name="Scruel Tao" userId="5ea5c98d59b44d4b" providerId="LiveId" clId="{B38B6544-768B-45CF-8BF5-97F5670D2594}" dt="2023-12-03T09:56:19.262" v="808" actId="478"/>
          <ac:spMkLst>
            <pc:docMk/>
            <pc:sldMk cId="1363497738" sldId="291"/>
            <ac:spMk id="6" creationId="{E9BFEB5B-C125-3171-A209-780B8C73A101}"/>
          </ac:spMkLst>
        </pc:spChg>
      </pc:sldChg>
      <pc:sldChg chg="modSp mod modNotesTx">
        <pc:chgData name="Scruel Tao" userId="5ea5c98d59b44d4b" providerId="LiveId" clId="{B38B6544-768B-45CF-8BF5-97F5670D2594}" dt="2023-12-03T08:39:01.803" v="216" actId="20577"/>
        <pc:sldMkLst>
          <pc:docMk/>
          <pc:sldMk cId="1527748610" sldId="292"/>
        </pc:sldMkLst>
        <pc:spChg chg="mod">
          <ac:chgData name="Scruel Tao" userId="5ea5c98d59b44d4b" providerId="LiveId" clId="{B38B6544-768B-45CF-8BF5-97F5670D2594}" dt="2023-12-03T08:37:15.792" v="16" actId="108"/>
          <ac:spMkLst>
            <pc:docMk/>
            <pc:sldMk cId="1527748610" sldId="292"/>
            <ac:spMk id="3" creationId="{0E2FC508-1AFD-A957-52F2-FA1DEF2A9D27}"/>
          </ac:spMkLst>
        </pc:spChg>
      </pc:sldChg>
      <pc:sldChg chg="modSp mod">
        <pc:chgData name="Scruel Tao" userId="5ea5c98d59b44d4b" providerId="LiveId" clId="{B38B6544-768B-45CF-8BF5-97F5670D2594}" dt="2023-12-03T08:37:43.502" v="37" actId="20577"/>
        <pc:sldMkLst>
          <pc:docMk/>
          <pc:sldMk cId="4100469980" sldId="293"/>
        </pc:sldMkLst>
        <pc:spChg chg="mod">
          <ac:chgData name="Scruel Tao" userId="5ea5c98d59b44d4b" providerId="LiveId" clId="{B38B6544-768B-45CF-8BF5-97F5670D2594}" dt="2023-12-03T08:37:43.502" v="37" actId="20577"/>
          <ac:spMkLst>
            <pc:docMk/>
            <pc:sldMk cId="4100469980" sldId="293"/>
            <ac:spMk id="3" creationId="{0E2FC508-1AFD-A957-52F2-FA1DEF2A9D27}"/>
          </ac:spMkLst>
        </pc:spChg>
      </pc:sldChg>
      <pc:sldChg chg="delSp mod delAnim">
        <pc:chgData name="Scruel Tao" userId="5ea5c98d59b44d4b" providerId="LiveId" clId="{B38B6544-768B-45CF-8BF5-97F5670D2594}" dt="2023-12-03T09:58:31.865" v="821" actId="478"/>
        <pc:sldMkLst>
          <pc:docMk/>
          <pc:sldMk cId="1222532665" sldId="295"/>
        </pc:sldMkLst>
        <pc:spChg chg="del">
          <ac:chgData name="Scruel Tao" userId="5ea5c98d59b44d4b" providerId="LiveId" clId="{B38B6544-768B-45CF-8BF5-97F5670D2594}" dt="2023-12-03T09:58:31.865" v="821" actId="478"/>
          <ac:spMkLst>
            <pc:docMk/>
            <pc:sldMk cId="1222532665" sldId="295"/>
            <ac:spMk id="5" creationId="{114C6B1E-0645-32EC-965D-5D337B1B8CB3}"/>
          </ac:spMkLst>
        </pc:spChg>
      </pc:sldChg>
      <pc:sldChg chg="addSp modSp mod">
        <pc:chgData name="Scruel Tao" userId="5ea5c98d59b44d4b" providerId="LiveId" clId="{B38B6544-768B-45CF-8BF5-97F5670D2594}" dt="2023-12-03T09:54:07" v="781" actId="1036"/>
        <pc:sldMkLst>
          <pc:docMk/>
          <pc:sldMk cId="1359967824" sldId="304"/>
        </pc:sldMkLst>
        <pc:spChg chg="mod">
          <ac:chgData name="Scruel Tao" userId="5ea5c98d59b44d4b" providerId="LiveId" clId="{B38B6544-768B-45CF-8BF5-97F5670D2594}" dt="2023-12-03T08:37:27.546" v="18" actId="20577"/>
          <ac:spMkLst>
            <pc:docMk/>
            <pc:sldMk cId="1359967824" sldId="304"/>
            <ac:spMk id="3" creationId="{0E2FC508-1AFD-A957-52F2-FA1DEF2A9D27}"/>
          </ac:spMkLst>
        </pc:spChg>
        <pc:spChg chg="add mod">
          <ac:chgData name="Scruel Tao" userId="5ea5c98d59b44d4b" providerId="LiveId" clId="{B38B6544-768B-45CF-8BF5-97F5670D2594}" dt="2023-12-03T09:54:01.222" v="777" actId="1076"/>
          <ac:spMkLst>
            <pc:docMk/>
            <pc:sldMk cId="1359967824" sldId="304"/>
            <ac:spMk id="4" creationId="{A4957835-8435-A9C3-C269-E12CBA652856}"/>
          </ac:spMkLst>
        </pc:spChg>
        <pc:spChg chg="add mod">
          <ac:chgData name="Scruel Tao" userId="5ea5c98d59b44d4b" providerId="LiveId" clId="{B38B6544-768B-45CF-8BF5-97F5670D2594}" dt="2023-12-03T09:54:07" v="781" actId="1036"/>
          <ac:spMkLst>
            <pc:docMk/>
            <pc:sldMk cId="1359967824" sldId="304"/>
            <ac:spMk id="5" creationId="{8F4F95F0-1433-4D0B-16EC-B6D6C2F81EFC}"/>
          </ac:spMkLst>
        </pc:spChg>
      </pc:sldChg>
      <pc:sldChg chg="modSp mod">
        <pc:chgData name="Scruel Tao" userId="5ea5c98d59b44d4b" providerId="LiveId" clId="{B38B6544-768B-45CF-8BF5-97F5670D2594}" dt="2023-12-03T09:55:34.081" v="801" actId="20577"/>
        <pc:sldMkLst>
          <pc:docMk/>
          <pc:sldMk cId="4144585469" sldId="305"/>
        </pc:sldMkLst>
        <pc:spChg chg="mod">
          <ac:chgData name="Scruel Tao" userId="5ea5c98d59b44d4b" providerId="LiveId" clId="{B38B6544-768B-45CF-8BF5-97F5670D2594}" dt="2023-12-03T08:37:35.427" v="27" actId="20577"/>
          <ac:spMkLst>
            <pc:docMk/>
            <pc:sldMk cId="4144585469" sldId="305"/>
            <ac:spMk id="3" creationId="{0E2FC508-1AFD-A957-52F2-FA1DEF2A9D27}"/>
          </ac:spMkLst>
        </pc:spChg>
        <pc:spChg chg="mod">
          <ac:chgData name="Scruel Tao" userId="5ea5c98d59b44d4b" providerId="LiveId" clId="{B38B6544-768B-45CF-8BF5-97F5670D2594}" dt="2023-12-03T09:55:32.568" v="800" actId="20577"/>
          <ac:spMkLst>
            <pc:docMk/>
            <pc:sldMk cId="4144585469" sldId="305"/>
            <ac:spMk id="4" creationId="{564EA136-5442-04A0-129C-D88913C8FD96}"/>
          </ac:spMkLst>
        </pc:spChg>
        <pc:spChg chg="mod">
          <ac:chgData name="Scruel Tao" userId="5ea5c98d59b44d4b" providerId="LiveId" clId="{B38B6544-768B-45CF-8BF5-97F5670D2594}" dt="2023-12-03T09:55:34.081" v="801" actId="20577"/>
          <ac:spMkLst>
            <pc:docMk/>
            <pc:sldMk cId="4144585469" sldId="305"/>
            <ac:spMk id="5" creationId="{F62C3695-EA37-F9E9-52C4-EFDBECCD9244}"/>
          </ac:spMkLst>
        </pc:spChg>
      </pc:sldChg>
      <pc:sldChg chg="addSp delSp modSp mod modNotesTx">
        <pc:chgData name="Scruel Tao" userId="5ea5c98d59b44d4b" providerId="LiveId" clId="{B38B6544-768B-45CF-8BF5-97F5670D2594}" dt="2023-12-03T09:55:23.116" v="799" actId="20577"/>
        <pc:sldMkLst>
          <pc:docMk/>
          <pc:sldMk cId="586481747" sldId="306"/>
        </pc:sldMkLst>
        <pc:spChg chg="mod">
          <ac:chgData name="Scruel Tao" userId="5ea5c98d59b44d4b" providerId="LiveId" clId="{B38B6544-768B-45CF-8BF5-97F5670D2594}" dt="2023-12-03T08:37:49.946" v="47" actId="20577"/>
          <ac:spMkLst>
            <pc:docMk/>
            <pc:sldMk cId="586481747" sldId="306"/>
            <ac:spMk id="3" creationId="{0E2FC508-1AFD-A957-52F2-FA1DEF2A9D27}"/>
          </ac:spMkLst>
        </pc:spChg>
        <pc:spChg chg="add mod">
          <ac:chgData name="Scruel Tao" userId="5ea5c98d59b44d4b" providerId="LiveId" clId="{B38B6544-768B-45CF-8BF5-97F5670D2594}" dt="2023-12-03T09:54:23.438" v="787" actId="1076"/>
          <ac:spMkLst>
            <pc:docMk/>
            <pc:sldMk cId="586481747" sldId="306"/>
            <ac:spMk id="4" creationId="{523D42A1-08D8-82E3-24B5-324C44A4F3A8}"/>
          </ac:spMkLst>
        </pc:spChg>
        <pc:spChg chg="add del mod">
          <ac:chgData name="Scruel Tao" userId="5ea5c98d59b44d4b" providerId="LiveId" clId="{B38B6544-768B-45CF-8BF5-97F5670D2594}" dt="2023-12-03T09:54:20.694" v="785"/>
          <ac:spMkLst>
            <pc:docMk/>
            <pc:sldMk cId="586481747" sldId="306"/>
            <ac:spMk id="5" creationId="{92AC00CA-1EA0-799D-BD2B-00723CE4846B}"/>
          </ac:spMkLst>
        </pc:spChg>
        <pc:spChg chg="add mod">
          <ac:chgData name="Scruel Tao" userId="5ea5c98d59b44d4b" providerId="LiveId" clId="{B38B6544-768B-45CF-8BF5-97F5670D2594}" dt="2023-12-03T09:54:28.426" v="789" actId="1076"/>
          <ac:spMkLst>
            <pc:docMk/>
            <pc:sldMk cId="586481747" sldId="306"/>
            <ac:spMk id="6" creationId="{2F5B1936-28A3-4BB5-BB7E-DF96AC3ADD98}"/>
          </ac:spMkLst>
        </pc:spChg>
        <pc:spChg chg="add mod">
          <ac:chgData name="Scruel Tao" userId="5ea5c98d59b44d4b" providerId="LiveId" clId="{B38B6544-768B-45CF-8BF5-97F5670D2594}" dt="2023-12-03T09:54:34.173" v="791" actId="1076"/>
          <ac:spMkLst>
            <pc:docMk/>
            <pc:sldMk cId="586481747" sldId="306"/>
            <ac:spMk id="7" creationId="{3CB8C1CE-73DF-FAE7-BAFD-51BB7E20F921}"/>
          </ac:spMkLst>
        </pc:spChg>
      </pc:sldChg>
      <pc:sldChg chg="modAnim">
        <pc:chgData name="Scruel Tao" userId="5ea5c98d59b44d4b" providerId="LiveId" clId="{B38B6544-768B-45CF-8BF5-97F5670D2594}" dt="2023-12-03T08:35:23.378" v="2"/>
        <pc:sldMkLst>
          <pc:docMk/>
          <pc:sldMk cId="2228905181" sldId="367"/>
        </pc:sldMkLst>
      </pc:sldChg>
      <pc:sldChg chg="delSp modSp add mod modTransition modNotesTx">
        <pc:chgData name="Scruel Tao" userId="5ea5c98d59b44d4b" providerId="LiveId" clId="{B38B6544-768B-45CF-8BF5-97F5670D2594}" dt="2023-12-03T14:20:12.135" v="831"/>
        <pc:sldMkLst>
          <pc:docMk/>
          <pc:sldMk cId="3677760002" sldId="369"/>
        </pc:sldMkLst>
        <pc:spChg chg="mod">
          <ac:chgData name="Scruel Tao" userId="5ea5c98d59b44d4b" providerId="LiveId" clId="{B38B6544-768B-45CF-8BF5-97F5670D2594}" dt="2023-12-03T09:51:18.228" v="761"/>
          <ac:spMkLst>
            <pc:docMk/>
            <pc:sldMk cId="3677760002" sldId="369"/>
            <ac:spMk id="3" creationId="{0E2FC508-1AFD-A957-52F2-FA1DEF2A9D27}"/>
          </ac:spMkLst>
        </pc:spChg>
        <pc:spChg chg="del">
          <ac:chgData name="Scruel Tao" userId="5ea5c98d59b44d4b" providerId="LiveId" clId="{B38B6544-768B-45CF-8BF5-97F5670D2594}" dt="2023-12-03T08:40:45.418" v="242" actId="478"/>
          <ac:spMkLst>
            <pc:docMk/>
            <pc:sldMk cId="3677760002" sldId="369"/>
            <ac:spMk id="4" creationId="{D711C78A-150D-8D4D-54FE-131997BE31F3}"/>
          </ac:spMkLst>
        </pc:spChg>
        <pc:spChg chg="mod">
          <ac:chgData name="Scruel Tao" userId="5ea5c98d59b44d4b" providerId="LiveId" clId="{B38B6544-768B-45CF-8BF5-97F5670D2594}" dt="2023-12-03T08:42:24.868" v="318" actId="108"/>
          <ac:spMkLst>
            <pc:docMk/>
            <pc:sldMk cId="3677760002" sldId="369"/>
            <ac:spMk id="7" creationId="{12C899D8-51C5-D9B7-A323-E6EFE4AB5C33}"/>
          </ac:spMkLst>
        </pc:spChg>
      </pc:sldChg>
      <pc:sldChg chg="modSp add mod modAnim">
        <pc:chgData name="Scruel Tao" userId="5ea5c98d59b44d4b" providerId="LiveId" clId="{B38B6544-768B-45CF-8BF5-97F5670D2594}" dt="2023-12-03T09:57:21.130" v="819" actId="1076"/>
        <pc:sldMkLst>
          <pc:docMk/>
          <pc:sldMk cId="822248108" sldId="370"/>
        </pc:sldMkLst>
        <pc:spChg chg="mod">
          <ac:chgData name="Scruel Tao" userId="5ea5c98d59b44d4b" providerId="LiveId" clId="{B38B6544-768B-45CF-8BF5-97F5670D2594}" dt="2023-12-03T09:57:21.130" v="819" actId="1076"/>
          <ac:spMkLst>
            <pc:docMk/>
            <pc:sldMk cId="822248108" sldId="370"/>
            <ac:spMk id="6" creationId="{E9BFEB5B-C125-3171-A209-780B8C73A101}"/>
          </ac:spMkLst>
        </pc:spChg>
      </pc:sldChg>
      <pc:sldChg chg="modSp add mod modAnim">
        <pc:chgData name="Scruel Tao" userId="5ea5c98d59b44d4b" providerId="LiveId" clId="{B38B6544-768B-45CF-8BF5-97F5670D2594}" dt="2023-12-03T09:59:49.940" v="828" actId="108"/>
        <pc:sldMkLst>
          <pc:docMk/>
          <pc:sldMk cId="1788499885" sldId="371"/>
        </pc:sldMkLst>
        <pc:spChg chg="mod">
          <ac:chgData name="Scruel Tao" userId="5ea5c98d59b44d4b" providerId="LiveId" clId="{B38B6544-768B-45CF-8BF5-97F5670D2594}" dt="2023-12-03T09:59:49.940" v="828" actId="108"/>
          <ac:spMkLst>
            <pc:docMk/>
            <pc:sldMk cId="1788499885" sldId="371"/>
            <ac:spMk id="4" creationId="{50D9FEDD-66BF-5F86-4BE7-8DACB8F1C0E2}"/>
          </ac:spMkLst>
        </pc:spChg>
      </pc:sldChg>
    </pc:docChg>
  </pc:docChgLst>
  <pc:docChgLst>
    <pc:chgData name="Scruel Tao" userId="5ea5c98d59b44d4b" providerId="LiveId" clId="{A52ED264-C864-416B-BFF4-46855FE833A0}"/>
    <pc:docChg chg="undo redo custSel addSld delSld modSld modMainMaster">
      <pc:chgData name="Scruel Tao" userId="5ea5c98d59b44d4b" providerId="LiveId" clId="{A52ED264-C864-416B-BFF4-46855FE833A0}" dt="2023-04-25T06:04:49.595" v="147" actId="47"/>
      <pc:docMkLst>
        <pc:docMk/>
      </pc:docMkLst>
      <pc:sldChg chg="modSp mod">
        <pc:chgData name="Scruel Tao" userId="5ea5c98d59b44d4b" providerId="LiveId" clId="{A52ED264-C864-416B-BFF4-46855FE833A0}" dt="2023-04-25T06:04:25.067" v="132" actId="20577"/>
        <pc:sldMkLst>
          <pc:docMk/>
          <pc:sldMk cId="1112998187" sldId="257"/>
        </pc:sldMkLst>
        <pc:spChg chg="mod">
          <ac:chgData name="Scruel Tao" userId="5ea5c98d59b44d4b" providerId="LiveId" clId="{A52ED264-C864-416B-BFF4-46855FE833A0}" dt="2023-04-25T05:55:34.925" v="7" actId="20577"/>
          <ac:spMkLst>
            <pc:docMk/>
            <pc:sldMk cId="1112998187" sldId="257"/>
            <ac:spMk id="2" creationId="{1422DFF6-0952-1023-64E3-97184D36BE3F}"/>
          </ac:spMkLst>
        </pc:spChg>
        <pc:spChg chg="mod">
          <ac:chgData name="Scruel Tao" userId="5ea5c98d59b44d4b" providerId="LiveId" clId="{A52ED264-C864-416B-BFF4-46855FE833A0}" dt="2023-04-25T06:04:25.067" v="132" actId="20577"/>
          <ac:spMkLst>
            <pc:docMk/>
            <pc:sldMk cId="1112998187" sldId="257"/>
            <ac:spMk id="3" creationId="{AC7759D9-0BB4-08ED-8476-24F7D903D6DE}"/>
          </ac:spMkLst>
        </pc:spChg>
      </pc:sldChg>
      <pc:sldChg chg="del">
        <pc:chgData name="Scruel Tao" userId="5ea5c98d59b44d4b" providerId="LiveId" clId="{A52ED264-C864-416B-BFF4-46855FE833A0}" dt="2023-04-25T06:04:27.581" v="133" actId="47"/>
        <pc:sldMkLst>
          <pc:docMk/>
          <pc:sldMk cId="3636494425" sldId="258"/>
        </pc:sldMkLst>
      </pc:sldChg>
      <pc:sldChg chg="modSp mod">
        <pc:chgData name="Scruel Tao" userId="5ea5c98d59b44d4b" providerId="LiveId" clId="{A52ED264-C864-416B-BFF4-46855FE833A0}" dt="2023-04-25T06:04:37.445" v="134"/>
        <pc:sldMkLst>
          <pc:docMk/>
          <pc:sldMk cId="1199684676" sldId="259"/>
        </pc:sldMkLst>
        <pc:spChg chg="mod">
          <ac:chgData name="Scruel Tao" userId="5ea5c98d59b44d4b" providerId="LiveId" clId="{A52ED264-C864-416B-BFF4-46855FE833A0}" dt="2023-04-25T06:04:37.445" v="134"/>
          <ac:spMkLst>
            <pc:docMk/>
            <pc:sldMk cId="1199684676" sldId="259"/>
            <ac:spMk id="2" creationId="{ABA783DF-49A6-7EF1-661E-C574E2C2F386}"/>
          </ac:spMkLst>
        </pc:spChg>
      </pc:sldChg>
      <pc:sldChg chg="modSp">
        <pc:chgData name="Scruel Tao" userId="5ea5c98d59b44d4b" providerId="LiveId" clId="{A52ED264-C864-416B-BFF4-46855FE833A0}" dt="2023-04-25T05:55:16.475" v="3" actId="113"/>
        <pc:sldMkLst>
          <pc:docMk/>
          <pc:sldMk cId="0" sldId="260"/>
        </pc:sldMkLst>
        <pc:spChg chg="mod">
          <ac:chgData name="Scruel Tao" userId="5ea5c98d59b44d4b" providerId="LiveId" clId="{A52ED264-C864-416B-BFF4-46855FE833A0}" dt="2023-04-25T05:55:16.475" v="3" actId="113"/>
          <ac:spMkLst>
            <pc:docMk/>
            <pc:sldMk cId="0" sldId="260"/>
            <ac:spMk id="1227786" creationId="{C3F4DD20-8FA3-3CB0-19B6-FE0240B92A34}"/>
          </ac:spMkLst>
        </pc:spChg>
      </pc:sldChg>
      <pc:sldChg chg="del">
        <pc:chgData name="Scruel Tao" userId="5ea5c98d59b44d4b" providerId="LiveId" clId="{A52ED264-C864-416B-BFF4-46855FE833A0}" dt="2023-04-25T06:04:41.889" v="135" actId="47"/>
        <pc:sldMkLst>
          <pc:docMk/>
          <pc:sldMk cId="3351160539" sldId="261"/>
        </pc:sldMkLst>
      </pc:sldChg>
      <pc:sldChg chg="del">
        <pc:chgData name="Scruel Tao" userId="5ea5c98d59b44d4b" providerId="LiveId" clId="{A52ED264-C864-416B-BFF4-46855FE833A0}" dt="2023-04-25T06:04:42.937" v="138" actId="47"/>
        <pc:sldMkLst>
          <pc:docMk/>
          <pc:sldMk cId="1122177192" sldId="262"/>
        </pc:sldMkLst>
      </pc:sldChg>
      <pc:sldChg chg="del">
        <pc:chgData name="Scruel Tao" userId="5ea5c98d59b44d4b" providerId="LiveId" clId="{A52ED264-C864-416B-BFF4-46855FE833A0}" dt="2023-04-25T06:04:43.130" v="139" actId="47"/>
        <pc:sldMkLst>
          <pc:docMk/>
          <pc:sldMk cId="3745137309" sldId="263"/>
        </pc:sldMkLst>
      </pc:sldChg>
      <pc:sldChg chg="del">
        <pc:chgData name="Scruel Tao" userId="5ea5c98d59b44d4b" providerId="LiveId" clId="{A52ED264-C864-416B-BFF4-46855FE833A0}" dt="2023-04-25T06:04:42.768" v="137" actId="47"/>
        <pc:sldMkLst>
          <pc:docMk/>
          <pc:sldMk cId="3725727672" sldId="264"/>
        </pc:sldMkLst>
      </pc:sldChg>
      <pc:sldChg chg="del">
        <pc:chgData name="Scruel Tao" userId="5ea5c98d59b44d4b" providerId="LiveId" clId="{A52ED264-C864-416B-BFF4-46855FE833A0}" dt="2023-04-25T06:04:43.938" v="140" actId="47"/>
        <pc:sldMkLst>
          <pc:docMk/>
          <pc:sldMk cId="3416507657" sldId="265"/>
        </pc:sldMkLst>
      </pc:sldChg>
      <pc:sldChg chg="del">
        <pc:chgData name="Scruel Tao" userId="5ea5c98d59b44d4b" providerId="LiveId" clId="{A52ED264-C864-416B-BFF4-46855FE833A0}" dt="2023-04-25T06:04:42.150" v="136" actId="47"/>
        <pc:sldMkLst>
          <pc:docMk/>
          <pc:sldMk cId="192831406" sldId="270"/>
        </pc:sldMkLst>
      </pc:sldChg>
      <pc:sldChg chg="del">
        <pc:chgData name="Scruel Tao" userId="5ea5c98d59b44d4b" providerId="LiveId" clId="{A52ED264-C864-416B-BFF4-46855FE833A0}" dt="2023-04-25T06:04:44.362" v="141" actId="47"/>
        <pc:sldMkLst>
          <pc:docMk/>
          <pc:sldMk cId="555885545" sldId="271"/>
        </pc:sldMkLst>
      </pc:sldChg>
      <pc:sldChg chg="del">
        <pc:chgData name="Scruel Tao" userId="5ea5c98d59b44d4b" providerId="LiveId" clId="{A52ED264-C864-416B-BFF4-46855FE833A0}" dt="2023-04-25T06:04:45.421" v="143" actId="47"/>
        <pc:sldMkLst>
          <pc:docMk/>
          <pc:sldMk cId="1518949093" sldId="272"/>
        </pc:sldMkLst>
      </pc:sldChg>
      <pc:sldChg chg="del">
        <pc:chgData name="Scruel Tao" userId="5ea5c98d59b44d4b" providerId="LiveId" clId="{A52ED264-C864-416B-BFF4-46855FE833A0}" dt="2023-04-25T06:04:45.923" v="144" actId="47"/>
        <pc:sldMkLst>
          <pc:docMk/>
          <pc:sldMk cId="1301849154" sldId="273"/>
        </pc:sldMkLst>
      </pc:sldChg>
      <pc:sldChg chg="add del">
        <pc:chgData name="Scruel Tao" userId="5ea5c98d59b44d4b" providerId="LiveId" clId="{A52ED264-C864-416B-BFF4-46855FE833A0}" dt="2023-04-25T06:04:49.595" v="147" actId="47"/>
        <pc:sldMkLst>
          <pc:docMk/>
          <pc:sldMk cId="2878673110" sldId="274"/>
        </pc:sldMkLst>
      </pc:sldChg>
      <pc:sldChg chg="del">
        <pc:chgData name="Scruel Tao" userId="5ea5c98d59b44d4b" providerId="LiveId" clId="{A52ED264-C864-416B-BFF4-46855FE833A0}" dt="2023-04-25T06:04:44.775" v="142" actId="47"/>
        <pc:sldMkLst>
          <pc:docMk/>
          <pc:sldMk cId="1525970791" sldId="275"/>
        </pc:sldMkLst>
      </pc:sldChg>
      <pc:sldMasterChg chg="modSldLayout">
        <pc:chgData name="Scruel Tao" userId="5ea5c98d59b44d4b" providerId="LiveId" clId="{A52ED264-C864-416B-BFF4-46855FE833A0}" dt="2023-04-25T06:02:10.750" v="86" actId="14100"/>
        <pc:sldMasterMkLst>
          <pc:docMk/>
          <pc:sldMasterMk cId="1766057859" sldId="2147483648"/>
        </pc:sldMasterMkLst>
        <pc:sldLayoutChg chg="modSp mod">
          <pc:chgData name="Scruel Tao" userId="5ea5c98d59b44d4b" providerId="LiveId" clId="{A52ED264-C864-416B-BFF4-46855FE833A0}" dt="2023-04-25T06:02:04.393" v="84" actId="14100"/>
          <pc:sldLayoutMkLst>
            <pc:docMk/>
            <pc:sldMasterMk cId="1766057859" sldId="2147483648"/>
            <pc:sldLayoutMk cId="2116765151" sldId="2147483650"/>
          </pc:sldLayoutMkLst>
          <pc:spChg chg="mod">
            <ac:chgData name="Scruel Tao" userId="5ea5c98d59b44d4b" providerId="LiveId" clId="{A52ED264-C864-416B-BFF4-46855FE833A0}" dt="2023-04-25T06:02:04.393" v="84" actId="14100"/>
            <ac:spMkLst>
              <pc:docMk/>
              <pc:sldMasterMk cId="1766057859" sldId="2147483648"/>
              <pc:sldLayoutMk cId="2116765151" sldId="2147483650"/>
              <ac:spMk id="7" creationId="{CC508A81-C1C7-B1D4-63BC-4C397A9B30DA}"/>
            </ac:spMkLst>
          </pc:spChg>
        </pc:sldLayoutChg>
        <pc:sldLayoutChg chg="modSp mod">
          <pc:chgData name="Scruel Tao" userId="5ea5c98d59b44d4b" providerId="LiveId" clId="{A52ED264-C864-416B-BFF4-46855FE833A0}" dt="2023-04-25T06:02:10.750" v="86" actId="14100"/>
          <pc:sldLayoutMkLst>
            <pc:docMk/>
            <pc:sldMasterMk cId="1766057859" sldId="2147483648"/>
            <pc:sldLayoutMk cId="2296489930" sldId="2147483652"/>
          </pc:sldLayoutMkLst>
          <pc:spChg chg="mod">
            <ac:chgData name="Scruel Tao" userId="5ea5c98d59b44d4b" providerId="LiveId" clId="{A52ED264-C864-416B-BFF4-46855FE833A0}" dt="2023-04-25T06:02:10.750" v="86" actId="14100"/>
            <ac:spMkLst>
              <pc:docMk/>
              <pc:sldMasterMk cId="1766057859" sldId="2147483648"/>
              <pc:sldLayoutMk cId="2296489930" sldId="2147483652"/>
              <ac:spMk id="8" creationId="{C5A5C420-1B53-618C-C968-A8FEF109459A}"/>
            </ac:spMkLst>
          </pc:spChg>
        </pc:sldLayoutChg>
      </pc:sldMasterChg>
    </pc:docChg>
  </pc:docChgLst>
  <pc:docChgLst>
    <pc:chgData name="Scruel Tao" userId="5ea5c98d59b44d4b" providerId="LiveId" clId="{2BA6F94F-59B6-4AA6-9DB6-4A8227DBE37E}"/>
    <pc:docChg chg="undo redo custSel addSld delSld modSld sldOrd modMainMaster">
      <pc:chgData name="Scruel Tao" userId="5ea5c98d59b44d4b" providerId="LiveId" clId="{2BA6F94F-59B6-4AA6-9DB6-4A8227DBE37E}" dt="2023-04-06T03:22:01.021" v="6326" actId="20577"/>
      <pc:docMkLst>
        <pc:docMk/>
      </pc:docMkLst>
      <pc:sldChg chg="del">
        <pc:chgData name="Scruel Tao" userId="5ea5c98d59b44d4b" providerId="LiveId" clId="{2BA6F94F-59B6-4AA6-9DB6-4A8227DBE37E}" dt="2023-04-03T03:24:06.255" v="207" actId="47"/>
        <pc:sldMkLst>
          <pc:docMk/>
          <pc:sldMk cId="1900326474" sldId="256"/>
        </pc:sldMkLst>
      </pc:sldChg>
      <pc:sldChg chg="modSp mod">
        <pc:chgData name="Scruel Tao" userId="5ea5c98d59b44d4b" providerId="LiveId" clId="{2BA6F94F-59B6-4AA6-9DB6-4A8227DBE37E}" dt="2023-04-06T03:06:34.065" v="6045" actId="20577"/>
        <pc:sldMkLst>
          <pc:docMk/>
          <pc:sldMk cId="1112998187" sldId="257"/>
        </pc:sldMkLst>
        <pc:spChg chg="mod">
          <ac:chgData name="Scruel Tao" userId="5ea5c98d59b44d4b" providerId="LiveId" clId="{2BA6F94F-59B6-4AA6-9DB6-4A8227DBE37E}" dt="2023-04-06T01:53:20.359" v="3276"/>
          <ac:spMkLst>
            <pc:docMk/>
            <pc:sldMk cId="1112998187" sldId="257"/>
            <ac:spMk id="2" creationId="{1422DFF6-0952-1023-64E3-97184D36BE3F}"/>
          </ac:spMkLst>
        </pc:spChg>
        <pc:spChg chg="mod">
          <ac:chgData name="Scruel Tao" userId="5ea5c98d59b44d4b" providerId="LiveId" clId="{2BA6F94F-59B6-4AA6-9DB6-4A8227DBE37E}" dt="2023-04-06T03:06:34.065" v="6045" actId="20577"/>
          <ac:spMkLst>
            <pc:docMk/>
            <pc:sldMk cId="1112998187" sldId="257"/>
            <ac:spMk id="3" creationId="{AC7759D9-0BB4-08ED-8476-24F7D903D6DE}"/>
          </ac:spMkLst>
        </pc:spChg>
      </pc:sldChg>
      <pc:sldChg chg="addSp delSp modSp mod modClrScheme chgLayout">
        <pc:chgData name="Scruel Tao" userId="5ea5c98d59b44d4b" providerId="LiveId" clId="{2BA6F94F-59B6-4AA6-9DB6-4A8227DBE37E}" dt="2023-04-03T05:03:22.628" v="2756"/>
        <pc:sldMkLst>
          <pc:docMk/>
          <pc:sldMk cId="3636494425" sldId="258"/>
        </pc:sldMkLst>
        <pc:spChg chg="mod ord">
          <ac:chgData name="Scruel Tao" userId="5ea5c98d59b44d4b" providerId="LiveId" clId="{2BA6F94F-59B6-4AA6-9DB6-4A8227DBE37E}" dt="2023-04-03T05:03:22.628" v="2756"/>
          <ac:spMkLst>
            <pc:docMk/>
            <pc:sldMk cId="3636494425" sldId="258"/>
            <ac:spMk id="2" creationId="{ABA783DF-49A6-7EF1-661E-C574E2C2F386}"/>
          </ac:spMkLst>
        </pc:spChg>
        <pc:spChg chg="mod ord">
          <ac:chgData name="Scruel Tao" userId="5ea5c98d59b44d4b" providerId="LiveId" clId="{2BA6F94F-59B6-4AA6-9DB6-4A8227DBE37E}" dt="2023-04-03T03:46:29.252" v="641" actId="20577"/>
          <ac:spMkLst>
            <pc:docMk/>
            <pc:sldMk cId="3636494425" sldId="258"/>
            <ac:spMk id="3" creationId="{4C14948B-081B-0FED-AF72-DA2CFEC85EB0}"/>
          </ac:spMkLst>
        </pc:spChg>
        <pc:spChg chg="add del mod ord">
          <ac:chgData name="Scruel Tao" userId="5ea5c98d59b44d4b" providerId="LiveId" clId="{2BA6F94F-59B6-4AA6-9DB6-4A8227DBE37E}" dt="2023-04-03T03:44:53.662" v="491" actId="700"/>
          <ac:spMkLst>
            <pc:docMk/>
            <pc:sldMk cId="3636494425" sldId="258"/>
            <ac:spMk id="6" creationId="{F56D7D0D-9A8C-4EF8-27F2-E32848F94E27}"/>
          </ac:spMkLst>
        </pc:spChg>
        <pc:spChg chg="add del mod ord">
          <ac:chgData name="Scruel Tao" userId="5ea5c98d59b44d4b" providerId="LiveId" clId="{2BA6F94F-59B6-4AA6-9DB6-4A8227DBE37E}" dt="2023-04-03T03:47:53.866" v="642" actId="478"/>
          <ac:spMkLst>
            <pc:docMk/>
            <pc:sldMk cId="3636494425" sldId="258"/>
            <ac:spMk id="7" creationId="{34E14114-55C2-509B-E32D-4974A828AFB6}"/>
          </ac:spMkLst>
        </pc:spChg>
        <pc:picChg chg="add mod">
          <ac:chgData name="Scruel Tao" userId="5ea5c98d59b44d4b" providerId="LiveId" clId="{2BA6F94F-59B6-4AA6-9DB6-4A8227DBE37E}" dt="2023-04-03T03:45:05.643" v="494" actId="1076"/>
          <ac:picMkLst>
            <pc:docMk/>
            <pc:sldMk cId="3636494425" sldId="258"/>
            <ac:picMk id="5" creationId="{C5E50AA4-F82C-6E14-E269-5451494306AE}"/>
          </ac:picMkLst>
        </pc:picChg>
      </pc:sldChg>
      <pc:sldChg chg="addSp delSp modSp add mod modClrScheme chgLayout">
        <pc:chgData name="Scruel Tao" userId="5ea5c98d59b44d4b" providerId="LiveId" clId="{2BA6F94F-59B6-4AA6-9DB6-4A8227DBE37E}" dt="2023-04-06T01:58:50.310" v="3415" actId="20577"/>
        <pc:sldMkLst>
          <pc:docMk/>
          <pc:sldMk cId="1199684676" sldId="259"/>
        </pc:sldMkLst>
        <pc:spChg chg="mod ord">
          <ac:chgData name="Scruel Tao" userId="5ea5c98d59b44d4b" providerId="LiveId" clId="{2BA6F94F-59B6-4AA6-9DB6-4A8227DBE37E}" dt="2023-04-06T01:58:50.310" v="3415" actId="20577"/>
          <ac:spMkLst>
            <pc:docMk/>
            <pc:sldMk cId="1199684676" sldId="259"/>
            <ac:spMk id="2" creationId="{ABA783DF-49A6-7EF1-661E-C574E2C2F386}"/>
          </ac:spMkLst>
        </pc:spChg>
        <pc:spChg chg="del">
          <ac:chgData name="Scruel Tao" userId="5ea5c98d59b44d4b" providerId="LiveId" clId="{2BA6F94F-59B6-4AA6-9DB6-4A8227DBE37E}" dt="2023-04-03T03:35:16.150" v="336"/>
          <ac:spMkLst>
            <pc:docMk/>
            <pc:sldMk cId="1199684676" sldId="259"/>
            <ac:spMk id="3" creationId="{4C14948B-081B-0FED-AF72-DA2CFEC85EB0}"/>
          </ac:spMkLst>
        </pc:spChg>
        <pc:spChg chg="add del mod">
          <ac:chgData name="Scruel Tao" userId="5ea5c98d59b44d4b" providerId="LiveId" clId="{2BA6F94F-59B6-4AA6-9DB6-4A8227DBE37E}" dt="2023-04-03T03:35:26.887" v="338"/>
          <ac:spMkLst>
            <pc:docMk/>
            <pc:sldMk cId="1199684676" sldId="259"/>
            <ac:spMk id="6" creationId="{99A6C97A-27D9-096E-3F01-65FA7A6B5674}"/>
          </ac:spMkLst>
        </pc:spChg>
        <pc:spChg chg="add del mod">
          <ac:chgData name="Scruel Tao" userId="5ea5c98d59b44d4b" providerId="LiveId" clId="{2BA6F94F-59B6-4AA6-9DB6-4A8227DBE37E}" dt="2023-04-03T03:35:46.159" v="342"/>
          <ac:spMkLst>
            <pc:docMk/>
            <pc:sldMk cId="1199684676" sldId="259"/>
            <ac:spMk id="9" creationId="{EA4CD5A2-8483-D61D-CBA0-AB48D8A07DC9}"/>
          </ac:spMkLst>
        </pc:spChg>
        <pc:spChg chg="add mod ord">
          <ac:chgData name="Scruel Tao" userId="5ea5c98d59b44d4b" providerId="LiveId" clId="{2BA6F94F-59B6-4AA6-9DB6-4A8227DBE37E}" dt="2023-04-06T01:54:00.591" v="3312" actId="20577"/>
          <ac:spMkLst>
            <pc:docMk/>
            <pc:sldMk cId="1199684676" sldId="259"/>
            <ac:spMk id="12" creationId="{17AECC1C-6944-9F68-770A-0455E86B2492}"/>
          </ac:spMkLst>
        </pc:spChg>
        <pc:picChg chg="add del mod">
          <ac:chgData name="Scruel Tao" userId="5ea5c98d59b44d4b" providerId="LiveId" clId="{2BA6F94F-59B6-4AA6-9DB6-4A8227DBE37E}" dt="2023-04-03T03:35:18.823" v="337" actId="478"/>
          <ac:picMkLst>
            <pc:docMk/>
            <pc:sldMk cId="1199684676" sldId="259"/>
            <ac:picMk id="4" creationId="{5CD98794-78EF-B400-A554-F39AC55576BD}"/>
          </ac:picMkLst>
        </pc:picChg>
        <pc:picChg chg="add del mod">
          <ac:chgData name="Scruel Tao" userId="5ea5c98d59b44d4b" providerId="LiveId" clId="{2BA6F94F-59B6-4AA6-9DB6-4A8227DBE37E}" dt="2023-04-03T03:35:35.326" v="341" actId="478"/>
          <ac:picMkLst>
            <pc:docMk/>
            <pc:sldMk cId="1199684676" sldId="259"/>
            <ac:picMk id="7" creationId="{F8FEA747-E9DF-6A17-2CB8-1B41D931CB90}"/>
          </ac:picMkLst>
        </pc:picChg>
        <pc:picChg chg="add mod ord">
          <ac:chgData name="Scruel Tao" userId="5ea5c98d59b44d4b" providerId="LiveId" clId="{2BA6F94F-59B6-4AA6-9DB6-4A8227DBE37E}" dt="2023-04-06T01:54:10.825" v="3315" actId="1076"/>
          <ac:picMkLst>
            <pc:docMk/>
            <pc:sldMk cId="1199684676" sldId="259"/>
            <ac:picMk id="11" creationId="{9D500740-D60E-EFBC-F3C9-43DA9B4672BC}"/>
          </ac:picMkLst>
        </pc:picChg>
      </pc:sldChg>
      <pc:sldChg chg="addSp delSp modSp add mod">
        <pc:chgData name="Scruel Tao" userId="5ea5c98d59b44d4b" providerId="LiveId" clId="{2BA6F94F-59B6-4AA6-9DB6-4A8227DBE37E}" dt="2023-04-03T03:41:24.102" v="348" actId="1076"/>
        <pc:sldMkLst>
          <pc:docMk/>
          <pc:sldMk cId="0" sldId="260"/>
        </pc:sldMkLst>
        <pc:spChg chg="mod">
          <ac:chgData name="Scruel Tao" userId="5ea5c98d59b44d4b" providerId="LiveId" clId="{2BA6F94F-59B6-4AA6-9DB6-4A8227DBE37E}" dt="2023-04-03T03:33:34.644" v="330"/>
          <ac:spMkLst>
            <pc:docMk/>
            <pc:sldMk cId="0" sldId="260"/>
            <ac:spMk id="1227783" creationId="{F7B3941E-B689-22D6-F18C-358E4BAEDF5F}"/>
          </ac:spMkLst>
        </pc:spChg>
        <pc:spChg chg="add del mod">
          <ac:chgData name="Scruel Tao" userId="5ea5c98d59b44d4b" providerId="LiveId" clId="{2BA6F94F-59B6-4AA6-9DB6-4A8227DBE37E}" dt="2023-04-03T03:33:39.968" v="331" actId="1076"/>
          <ac:spMkLst>
            <pc:docMk/>
            <pc:sldMk cId="0" sldId="260"/>
            <ac:spMk id="1227786" creationId="{C3F4DD20-8FA3-3CB0-19B6-FE0240B92A34}"/>
          </ac:spMkLst>
        </pc:spChg>
        <pc:picChg chg="add mod">
          <ac:chgData name="Scruel Tao" userId="5ea5c98d59b44d4b" providerId="LiveId" clId="{2BA6F94F-59B6-4AA6-9DB6-4A8227DBE37E}" dt="2023-04-03T03:41:24.102" v="348" actId="1076"/>
          <ac:picMkLst>
            <pc:docMk/>
            <pc:sldMk cId="0" sldId="260"/>
            <ac:picMk id="4" creationId="{E03AF484-A892-E4D7-A8C4-A4C7AE20944E}"/>
          </ac:picMkLst>
        </pc:picChg>
      </pc:sldChg>
      <pc:sldChg chg="addSp delSp modSp add mod chgLayout">
        <pc:chgData name="Scruel Tao" userId="5ea5c98d59b44d4b" providerId="LiveId" clId="{2BA6F94F-59B6-4AA6-9DB6-4A8227DBE37E}" dt="2023-04-06T01:59:00.026" v="3419" actId="20577"/>
        <pc:sldMkLst>
          <pc:docMk/>
          <pc:sldMk cId="3351160539" sldId="261"/>
        </pc:sldMkLst>
        <pc:spChg chg="mod ord">
          <ac:chgData name="Scruel Tao" userId="5ea5c98d59b44d4b" providerId="LiveId" clId="{2BA6F94F-59B6-4AA6-9DB6-4A8227DBE37E}" dt="2023-04-06T01:59:00.026" v="3419" actId="20577"/>
          <ac:spMkLst>
            <pc:docMk/>
            <pc:sldMk cId="3351160539" sldId="261"/>
            <ac:spMk id="2" creationId="{ABA783DF-49A6-7EF1-661E-C574E2C2F386}"/>
          </ac:spMkLst>
        </pc:spChg>
        <pc:spChg chg="add del mod">
          <ac:chgData name="Scruel Tao" userId="5ea5c98d59b44d4b" providerId="LiveId" clId="{2BA6F94F-59B6-4AA6-9DB6-4A8227DBE37E}" dt="2023-04-03T03:55:10.330" v="847" actId="700"/>
          <ac:spMkLst>
            <pc:docMk/>
            <pc:sldMk cId="3351160539" sldId="261"/>
            <ac:spMk id="4" creationId="{B3A734ED-5C82-D6A5-9DB3-B2DF9F846D94}"/>
          </ac:spMkLst>
        </pc:spChg>
        <pc:spChg chg="add mod ord">
          <ac:chgData name="Scruel Tao" userId="5ea5c98d59b44d4b" providerId="LiveId" clId="{2BA6F94F-59B6-4AA6-9DB6-4A8227DBE37E}" dt="2023-04-03T04:04:07.946" v="1365" actId="20577"/>
          <ac:spMkLst>
            <pc:docMk/>
            <pc:sldMk cId="3351160539" sldId="261"/>
            <ac:spMk id="5" creationId="{334FF01F-2A65-44F6-34F9-69AC934A31D7}"/>
          </ac:spMkLst>
        </pc:spChg>
        <pc:spChg chg="add del mod">
          <ac:chgData name="Scruel Tao" userId="5ea5c98d59b44d4b" providerId="LiveId" clId="{2BA6F94F-59B6-4AA6-9DB6-4A8227DBE37E}" dt="2023-04-03T03:59:25.344" v="1081"/>
          <ac:spMkLst>
            <pc:docMk/>
            <pc:sldMk cId="3351160539" sldId="261"/>
            <ac:spMk id="9" creationId="{C16084A3-CDE6-AAC4-2971-FD575FBF0A8B}"/>
          </ac:spMkLst>
        </pc:spChg>
        <pc:spChg chg="del mod ord">
          <ac:chgData name="Scruel Tao" userId="5ea5c98d59b44d4b" providerId="LiveId" clId="{2BA6F94F-59B6-4AA6-9DB6-4A8227DBE37E}" dt="2023-04-03T03:58:01.823" v="1015"/>
          <ac:spMkLst>
            <pc:docMk/>
            <pc:sldMk cId="3351160539" sldId="261"/>
            <ac:spMk id="12" creationId="{17AECC1C-6944-9F68-770A-0455E86B2492}"/>
          </ac:spMkLst>
        </pc:spChg>
        <pc:spChg chg="add mod">
          <ac:chgData name="Scruel Tao" userId="5ea5c98d59b44d4b" providerId="LiveId" clId="{2BA6F94F-59B6-4AA6-9DB6-4A8227DBE37E}" dt="2023-04-03T04:05:44.217" v="1475" actId="114"/>
          <ac:spMkLst>
            <pc:docMk/>
            <pc:sldMk cId="3351160539" sldId="261"/>
            <ac:spMk id="14" creationId="{670E3534-8F35-5B26-8418-171E013CEE09}"/>
          </ac:spMkLst>
        </pc:spChg>
        <pc:picChg chg="add del mod">
          <ac:chgData name="Scruel Tao" userId="5ea5c98d59b44d4b" providerId="LiveId" clId="{2BA6F94F-59B6-4AA6-9DB6-4A8227DBE37E}" dt="2023-04-03T03:59:24.519" v="1080" actId="478"/>
          <ac:picMkLst>
            <pc:docMk/>
            <pc:sldMk cId="3351160539" sldId="261"/>
            <ac:picMk id="7" creationId="{0FBFFB0C-E3DC-4B3B-8988-A0B34551F390}"/>
          </ac:picMkLst>
        </pc:picChg>
        <pc:picChg chg="del">
          <ac:chgData name="Scruel Tao" userId="5ea5c98d59b44d4b" providerId="LiveId" clId="{2BA6F94F-59B6-4AA6-9DB6-4A8227DBE37E}" dt="2023-04-03T03:53:43.786" v="845" actId="21"/>
          <ac:picMkLst>
            <pc:docMk/>
            <pc:sldMk cId="3351160539" sldId="261"/>
            <ac:picMk id="11" creationId="{9D500740-D60E-EFBC-F3C9-43DA9B4672BC}"/>
          </ac:picMkLst>
        </pc:picChg>
        <pc:picChg chg="add mod">
          <ac:chgData name="Scruel Tao" userId="5ea5c98d59b44d4b" providerId="LiveId" clId="{2BA6F94F-59B6-4AA6-9DB6-4A8227DBE37E}" dt="2023-04-03T04:05:27.689" v="1473" actId="1076"/>
          <ac:picMkLst>
            <pc:docMk/>
            <pc:sldMk cId="3351160539" sldId="261"/>
            <ac:picMk id="13" creationId="{7C633EC2-82A6-5F6A-D9A3-326C1E77FDA3}"/>
          </ac:picMkLst>
        </pc:picChg>
      </pc:sldChg>
      <pc:sldChg chg="addSp delSp modSp add mod">
        <pc:chgData name="Scruel Tao" userId="5ea5c98d59b44d4b" providerId="LiveId" clId="{2BA6F94F-59B6-4AA6-9DB6-4A8227DBE37E}" dt="2023-04-06T03:20:40.633" v="6312" actId="20577"/>
        <pc:sldMkLst>
          <pc:docMk/>
          <pc:sldMk cId="1122177192" sldId="262"/>
        </pc:sldMkLst>
        <pc:spChg chg="mod">
          <ac:chgData name="Scruel Tao" userId="5ea5c98d59b44d4b" providerId="LiveId" clId="{2BA6F94F-59B6-4AA6-9DB6-4A8227DBE37E}" dt="2023-04-06T03:20:30.082" v="6290" actId="20577"/>
          <ac:spMkLst>
            <pc:docMk/>
            <pc:sldMk cId="1122177192" sldId="262"/>
            <ac:spMk id="2" creationId="{ABA783DF-49A6-7EF1-661E-C574E2C2F386}"/>
          </ac:spMkLst>
        </pc:spChg>
        <pc:spChg chg="mod">
          <ac:chgData name="Scruel Tao" userId="5ea5c98d59b44d4b" providerId="LiveId" clId="{2BA6F94F-59B6-4AA6-9DB6-4A8227DBE37E}" dt="2023-04-06T03:20:40.633" v="6312" actId="20577"/>
          <ac:spMkLst>
            <pc:docMk/>
            <pc:sldMk cId="1122177192" sldId="262"/>
            <ac:spMk id="5" creationId="{334FF01F-2A65-44F6-34F9-69AC934A31D7}"/>
          </ac:spMkLst>
        </pc:spChg>
        <pc:spChg chg="del">
          <ac:chgData name="Scruel Tao" userId="5ea5c98d59b44d4b" providerId="LiveId" clId="{2BA6F94F-59B6-4AA6-9DB6-4A8227DBE37E}" dt="2023-04-03T04:15:30.512" v="1555"/>
          <ac:spMkLst>
            <pc:docMk/>
            <pc:sldMk cId="1122177192" sldId="262"/>
            <ac:spMk id="12" creationId="{17AECC1C-6944-9F68-770A-0455E86B2492}"/>
          </ac:spMkLst>
        </pc:spChg>
        <pc:picChg chg="add mod">
          <ac:chgData name="Scruel Tao" userId="5ea5c98d59b44d4b" providerId="LiveId" clId="{2BA6F94F-59B6-4AA6-9DB6-4A8227DBE37E}" dt="2023-04-03T04:15:30.512" v="1555"/>
          <ac:picMkLst>
            <pc:docMk/>
            <pc:sldMk cId="1122177192" sldId="262"/>
            <ac:picMk id="4" creationId="{1025CE4E-D3BC-5184-15B8-313E85995FFB}"/>
          </ac:picMkLst>
        </pc:picChg>
      </pc:sldChg>
      <pc:sldChg chg="addSp delSp modSp add mod chgLayout">
        <pc:chgData name="Scruel Tao" userId="5ea5c98d59b44d4b" providerId="LiveId" clId="{2BA6F94F-59B6-4AA6-9DB6-4A8227DBE37E}" dt="2023-04-06T01:59:30.132" v="3435" actId="20577"/>
        <pc:sldMkLst>
          <pc:docMk/>
          <pc:sldMk cId="3745137309" sldId="263"/>
        </pc:sldMkLst>
        <pc:spChg chg="mod ord">
          <ac:chgData name="Scruel Tao" userId="5ea5c98d59b44d4b" providerId="LiveId" clId="{2BA6F94F-59B6-4AA6-9DB6-4A8227DBE37E}" dt="2023-04-06T01:59:30.132" v="3435" actId="20577"/>
          <ac:spMkLst>
            <pc:docMk/>
            <pc:sldMk cId="3745137309" sldId="263"/>
            <ac:spMk id="2" creationId="{ABA783DF-49A6-7EF1-661E-C574E2C2F386}"/>
          </ac:spMkLst>
        </pc:spChg>
        <pc:spChg chg="del">
          <ac:chgData name="Scruel Tao" userId="5ea5c98d59b44d4b" providerId="LiveId" clId="{2BA6F94F-59B6-4AA6-9DB6-4A8227DBE37E}" dt="2023-04-03T04:18:57.963" v="1679"/>
          <ac:spMkLst>
            <pc:docMk/>
            <pc:sldMk cId="3745137309" sldId="263"/>
            <ac:spMk id="5" creationId="{334FF01F-2A65-44F6-34F9-69AC934A31D7}"/>
          </ac:spMkLst>
        </pc:spChg>
        <pc:spChg chg="add del mod ord">
          <ac:chgData name="Scruel Tao" userId="5ea5c98d59b44d4b" providerId="LiveId" clId="{2BA6F94F-59B6-4AA6-9DB6-4A8227DBE37E}" dt="2023-04-03T04:19:17.511" v="1685"/>
          <ac:spMkLst>
            <pc:docMk/>
            <pc:sldMk cId="3745137309" sldId="263"/>
            <ac:spMk id="6" creationId="{6B189840-C568-FCE7-C338-AC0FAD512F62}"/>
          </ac:spMkLst>
        </pc:spChg>
        <pc:spChg chg="add mod">
          <ac:chgData name="Scruel Tao" userId="5ea5c98d59b44d4b" providerId="LiveId" clId="{2BA6F94F-59B6-4AA6-9DB6-4A8227DBE37E}" dt="2023-04-03T04:24:42.121" v="1788" actId="1076"/>
          <ac:spMkLst>
            <pc:docMk/>
            <pc:sldMk cId="3745137309" sldId="263"/>
            <ac:spMk id="8" creationId="{4EC194EB-1593-CBF2-055D-77D4ADFC943F}"/>
          </ac:spMkLst>
        </pc:spChg>
        <pc:spChg chg="del">
          <ac:chgData name="Scruel Tao" userId="5ea5c98d59b44d4b" providerId="LiveId" clId="{2BA6F94F-59B6-4AA6-9DB6-4A8227DBE37E}" dt="2023-04-03T04:19:06.857" v="1681" actId="478"/>
          <ac:spMkLst>
            <pc:docMk/>
            <pc:sldMk cId="3745137309" sldId="263"/>
            <ac:spMk id="12" creationId="{17AECC1C-6944-9F68-770A-0455E86B2492}"/>
          </ac:spMkLst>
        </pc:spChg>
        <pc:spChg chg="add del mod">
          <ac:chgData name="Scruel Tao" userId="5ea5c98d59b44d4b" providerId="LiveId" clId="{2BA6F94F-59B6-4AA6-9DB6-4A8227DBE37E}" dt="2023-04-03T04:39:14.278" v="1794"/>
          <ac:spMkLst>
            <pc:docMk/>
            <pc:sldMk cId="3745137309" sldId="263"/>
            <ac:spMk id="13" creationId="{2B1E7E69-5ECD-2369-2087-012FACB0EF09}"/>
          </ac:spMkLst>
        </pc:spChg>
        <pc:spChg chg="add mod">
          <ac:chgData name="Scruel Tao" userId="5ea5c98d59b44d4b" providerId="LiveId" clId="{2BA6F94F-59B6-4AA6-9DB6-4A8227DBE37E}" dt="2023-04-03T04:43:54.118" v="2025" actId="1076"/>
          <ac:spMkLst>
            <pc:docMk/>
            <pc:sldMk cId="3745137309" sldId="263"/>
            <ac:spMk id="14" creationId="{7382B610-BA58-D421-667D-2CC58252E53B}"/>
          </ac:spMkLst>
        </pc:spChg>
        <pc:spChg chg="add del mod">
          <ac:chgData name="Scruel Tao" userId="5ea5c98d59b44d4b" providerId="LiveId" clId="{2BA6F94F-59B6-4AA6-9DB6-4A8227DBE37E}" dt="2023-04-03T04:41:30.895" v="1872"/>
          <ac:spMkLst>
            <pc:docMk/>
            <pc:sldMk cId="3745137309" sldId="263"/>
            <ac:spMk id="20" creationId="{3C1528B3-D941-8F6A-C2B1-9FE727504D1A}"/>
          </ac:spMkLst>
        </pc:spChg>
        <pc:spChg chg="add mod">
          <ac:chgData name="Scruel Tao" userId="5ea5c98d59b44d4b" providerId="LiveId" clId="{2BA6F94F-59B6-4AA6-9DB6-4A8227DBE37E}" dt="2023-04-03T04:43:48.923" v="2024" actId="113"/>
          <ac:spMkLst>
            <pc:docMk/>
            <pc:sldMk cId="3745137309" sldId="263"/>
            <ac:spMk id="22" creationId="{7B6674C0-F558-F52E-4B1A-A3B15762388C}"/>
          </ac:spMkLst>
        </pc:spChg>
        <pc:picChg chg="add del mod ord">
          <ac:chgData name="Scruel Tao" userId="5ea5c98d59b44d4b" providerId="LiveId" clId="{2BA6F94F-59B6-4AA6-9DB6-4A8227DBE37E}" dt="2023-04-03T04:19:16.103" v="1684" actId="21"/>
          <ac:picMkLst>
            <pc:docMk/>
            <pc:sldMk cId="3745137309" sldId="263"/>
            <ac:picMk id="4" creationId="{52AC7973-0B2B-7791-FC5B-6D95CBD8CBA1}"/>
          </ac:picMkLst>
        </pc:picChg>
        <pc:picChg chg="add del mod">
          <ac:chgData name="Scruel Tao" userId="5ea5c98d59b44d4b" providerId="LiveId" clId="{2BA6F94F-59B6-4AA6-9DB6-4A8227DBE37E}" dt="2023-04-03T04:41:22.605" v="1869" actId="478"/>
          <ac:picMkLst>
            <pc:docMk/>
            <pc:sldMk cId="3745137309" sldId="263"/>
            <ac:picMk id="9" creationId="{B07056AA-01D5-51E8-D408-F1980FDC4BC3}"/>
          </ac:picMkLst>
        </pc:picChg>
        <pc:picChg chg="add del mod">
          <ac:chgData name="Scruel Tao" userId="5ea5c98d59b44d4b" providerId="LiveId" clId="{2BA6F94F-59B6-4AA6-9DB6-4A8227DBE37E}" dt="2023-04-03T04:40:34.570" v="1864" actId="21"/>
          <ac:picMkLst>
            <pc:docMk/>
            <pc:sldMk cId="3745137309" sldId="263"/>
            <ac:picMk id="11" creationId="{F2971DA2-97CA-921D-0683-2575B93D11D9}"/>
          </ac:picMkLst>
        </pc:picChg>
        <pc:picChg chg="add mod">
          <ac:chgData name="Scruel Tao" userId="5ea5c98d59b44d4b" providerId="LiveId" clId="{2BA6F94F-59B6-4AA6-9DB6-4A8227DBE37E}" dt="2023-04-03T04:41:02.756" v="1866" actId="1076"/>
          <ac:picMkLst>
            <pc:docMk/>
            <pc:sldMk cId="3745137309" sldId="263"/>
            <ac:picMk id="16" creationId="{6DA1B3CC-2227-CCDD-B3BF-D5E87A89708B}"/>
          </ac:picMkLst>
        </pc:picChg>
        <pc:picChg chg="add del mod">
          <ac:chgData name="Scruel Tao" userId="5ea5c98d59b44d4b" providerId="LiveId" clId="{2BA6F94F-59B6-4AA6-9DB6-4A8227DBE37E}" dt="2023-04-03T04:41:29.949" v="1871" actId="21"/>
          <ac:picMkLst>
            <pc:docMk/>
            <pc:sldMk cId="3745137309" sldId="263"/>
            <ac:picMk id="18" creationId="{313CB848-6C20-4548-45B0-BFDAA30EA3A2}"/>
          </ac:picMkLst>
        </pc:picChg>
        <pc:picChg chg="add mod">
          <ac:chgData name="Scruel Tao" userId="5ea5c98d59b44d4b" providerId="LiveId" clId="{2BA6F94F-59B6-4AA6-9DB6-4A8227DBE37E}" dt="2023-04-03T04:43:33.350" v="2001" actId="1076"/>
          <ac:picMkLst>
            <pc:docMk/>
            <pc:sldMk cId="3745137309" sldId="263"/>
            <ac:picMk id="21" creationId="{87C92696-2285-C2FB-D306-11BA00515544}"/>
          </ac:picMkLst>
        </pc:picChg>
      </pc:sldChg>
      <pc:sldChg chg="addSp delSp modSp add mod ord">
        <pc:chgData name="Scruel Tao" userId="5ea5c98d59b44d4b" providerId="LiveId" clId="{2BA6F94F-59B6-4AA6-9DB6-4A8227DBE37E}" dt="2023-04-06T01:59:23.291" v="3427" actId="20577"/>
        <pc:sldMkLst>
          <pc:docMk/>
          <pc:sldMk cId="3725727672" sldId="264"/>
        </pc:sldMkLst>
        <pc:spChg chg="mod">
          <ac:chgData name="Scruel Tao" userId="5ea5c98d59b44d4b" providerId="LiveId" clId="{2BA6F94F-59B6-4AA6-9DB6-4A8227DBE37E}" dt="2023-04-06T01:59:23.291" v="3427" actId="20577"/>
          <ac:spMkLst>
            <pc:docMk/>
            <pc:sldMk cId="3725727672" sldId="264"/>
            <ac:spMk id="2" creationId="{ABA783DF-49A6-7EF1-661E-C574E2C2F386}"/>
          </ac:spMkLst>
        </pc:spChg>
        <pc:spChg chg="mod">
          <ac:chgData name="Scruel Tao" userId="5ea5c98d59b44d4b" providerId="LiveId" clId="{2BA6F94F-59B6-4AA6-9DB6-4A8227DBE37E}" dt="2023-04-03T05:01:36.612" v="2644" actId="1076"/>
          <ac:spMkLst>
            <pc:docMk/>
            <pc:sldMk cId="3725727672" sldId="264"/>
            <ac:spMk id="5" creationId="{334FF01F-2A65-44F6-34F9-69AC934A31D7}"/>
          </ac:spMkLst>
        </pc:spChg>
        <pc:spChg chg="add del mod">
          <ac:chgData name="Scruel Tao" userId="5ea5c98d59b44d4b" providerId="LiveId" clId="{2BA6F94F-59B6-4AA6-9DB6-4A8227DBE37E}" dt="2023-04-03T05:00:26.370" v="2626"/>
          <ac:spMkLst>
            <pc:docMk/>
            <pc:sldMk cId="3725727672" sldId="264"/>
            <ac:spMk id="11" creationId="{E9210103-9DD3-6F29-C0C7-B18A6E419E73}"/>
          </ac:spMkLst>
        </pc:spChg>
        <pc:spChg chg="del mod">
          <ac:chgData name="Scruel Tao" userId="5ea5c98d59b44d4b" providerId="LiveId" clId="{2BA6F94F-59B6-4AA6-9DB6-4A8227DBE37E}" dt="2023-04-03T04:44:34.015" v="2029"/>
          <ac:spMkLst>
            <pc:docMk/>
            <pc:sldMk cId="3725727672" sldId="264"/>
            <ac:spMk id="12" creationId="{17AECC1C-6944-9F68-770A-0455E86B2492}"/>
          </ac:spMkLst>
        </pc:spChg>
        <pc:spChg chg="add mod">
          <ac:chgData name="Scruel Tao" userId="5ea5c98d59b44d4b" providerId="LiveId" clId="{2BA6F94F-59B6-4AA6-9DB6-4A8227DBE37E}" dt="2023-04-03T05:03:05.445" v="2754" actId="1076"/>
          <ac:spMkLst>
            <pc:docMk/>
            <pc:sldMk cId="3725727672" sldId="264"/>
            <ac:spMk id="15" creationId="{57CD949C-3C60-4F11-3188-DAAC2954E147}"/>
          </ac:spMkLst>
        </pc:spChg>
        <pc:picChg chg="add del mod">
          <ac:chgData name="Scruel Tao" userId="5ea5c98d59b44d4b" providerId="LiveId" clId="{2BA6F94F-59B6-4AA6-9DB6-4A8227DBE37E}" dt="2023-04-03T05:00:25.324" v="2625" actId="478"/>
          <ac:picMkLst>
            <pc:docMk/>
            <pc:sldMk cId="3725727672" sldId="264"/>
            <ac:picMk id="4" creationId="{A511FBE8-0DD6-E630-8EF3-0C4EEA9CD752}"/>
          </ac:picMkLst>
        </pc:picChg>
        <pc:picChg chg="add del mod">
          <ac:chgData name="Scruel Tao" userId="5ea5c98d59b44d4b" providerId="LiveId" clId="{2BA6F94F-59B6-4AA6-9DB6-4A8227DBE37E}" dt="2023-04-03T04:57:24.837" v="2616" actId="21"/>
          <ac:picMkLst>
            <pc:docMk/>
            <pc:sldMk cId="3725727672" sldId="264"/>
            <ac:picMk id="7" creationId="{DD04D8AF-8509-73F1-4E2C-416ED822D93C}"/>
          </ac:picMkLst>
        </pc:picChg>
        <pc:picChg chg="add mod">
          <ac:chgData name="Scruel Tao" userId="5ea5c98d59b44d4b" providerId="LiveId" clId="{2BA6F94F-59B6-4AA6-9DB6-4A8227DBE37E}" dt="2023-04-03T05:01:32.816" v="2643" actId="1076"/>
          <ac:picMkLst>
            <pc:docMk/>
            <pc:sldMk cId="3725727672" sldId="264"/>
            <ac:picMk id="9" creationId="{5508513D-8323-A6F7-C52C-5D05B49C07CC}"/>
          </ac:picMkLst>
        </pc:picChg>
        <pc:picChg chg="add mod">
          <ac:chgData name="Scruel Tao" userId="5ea5c98d59b44d4b" providerId="LiveId" clId="{2BA6F94F-59B6-4AA6-9DB6-4A8227DBE37E}" dt="2023-04-03T05:01:30.973" v="2642" actId="1076"/>
          <ac:picMkLst>
            <pc:docMk/>
            <pc:sldMk cId="3725727672" sldId="264"/>
            <ac:picMk id="14" creationId="{D5EB1BEF-B3CD-34F8-C19A-87E8C64345B3}"/>
          </ac:picMkLst>
        </pc:picChg>
      </pc:sldChg>
      <pc:sldChg chg="addSp delSp modSp add mod">
        <pc:chgData name="Scruel Tao" userId="5ea5c98d59b44d4b" providerId="LiveId" clId="{2BA6F94F-59B6-4AA6-9DB6-4A8227DBE37E}" dt="2023-04-06T03:12:15.194" v="6242" actId="13926"/>
        <pc:sldMkLst>
          <pc:docMk/>
          <pc:sldMk cId="3416507657" sldId="265"/>
        </pc:sldMkLst>
        <pc:spChg chg="mod">
          <ac:chgData name="Scruel Tao" userId="5ea5c98d59b44d4b" providerId="LiveId" clId="{2BA6F94F-59B6-4AA6-9DB6-4A8227DBE37E}" dt="2023-04-06T01:59:38.903" v="3439" actId="20577"/>
          <ac:spMkLst>
            <pc:docMk/>
            <pc:sldMk cId="3416507657" sldId="265"/>
            <ac:spMk id="2" creationId="{ABA783DF-49A6-7EF1-661E-C574E2C2F386}"/>
          </ac:spMkLst>
        </pc:spChg>
        <pc:spChg chg="add del mod">
          <ac:chgData name="Scruel Tao" userId="5ea5c98d59b44d4b" providerId="LiveId" clId="{2BA6F94F-59B6-4AA6-9DB6-4A8227DBE37E}" dt="2023-04-06T03:12:15.194" v="6242" actId="13926"/>
          <ac:spMkLst>
            <pc:docMk/>
            <pc:sldMk cId="3416507657" sldId="265"/>
            <ac:spMk id="5" creationId="{334FF01F-2A65-44F6-34F9-69AC934A31D7}"/>
          </ac:spMkLst>
        </pc:spChg>
        <pc:spChg chg="add del mod">
          <ac:chgData name="Scruel Tao" userId="5ea5c98d59b44d4b" providerId="LiveId" clId="{2BA6F94F-59B6-4AA6-9DB6-4A8227DBE37E}" dt="2023-04-03T05:07:31.501" v="2932"/>
          <ac:spMkLst>
            <pc:docMk/>
            <pc:sldMk cId="3416507657" sldId="265"/>
            <ac:spMk id="9" creationId="{CCAFF9B5-8F81-F673-219D-9240B0194641}"/>
          </ac:spMkLst>
        </pc:spChg>
        <pc:spChg chg="del">
          <ac:chgData name="Scruel Tao" userId="5ea5c98d59b44d4b" providerId="LiveId" clId="{2BA6F94F-59B6-4AA6-9DB6-4A8227DBE37E}" dt="2023-04-03T05:06:16.950" v="2812"/>
          <ac:spMkLst>
            <pc:docMk/>
            <pc:sldMk cId="3416507657" sldId="265"/>
            <ac:spMk id="12" creationId="{17AECC1C-6944-9F68-770A-0455E86B2492}"/>
          </ac:spMkLst>
        </pc:spChg>
        <pc:picChg chg="add del mod">
          <ac:chgData name="Scruel Tao" userId="5ea5c98d59b44d4b" providerId="LiveId" clId="{2BA6F94F-59B6-4AA6-9DB6-4A8227DBE37E}" dt="2023-04-03T05:06:16.168" v="2811"/>
          <ac:picMkLst>
            <pc:docMk/>
            <pc:sldMk cId="3416507657" sldId="265"/>
            <ac:picMk id="4" creationId="{ABCDEA2C-CB97-DE24-E641-E77BFA3BF78D}"/>
          </ac:picMkLst>
        </pc:picChg>
        <pc:picChg chg="add del mod">
          <ac:chgData name="Scruel Tao" userId="5ea5c98d59b44d4b" providerId="LiveId" clId="{2BA6F94F-59B6-4AA6-9DB6-4A8227DBE37E}" dt="2023-04-03T05:07:30.490" v="2931" actId="478"/>
          <ac:picMkLst>
            <pc:docMk/>
            <pc:sldMk cId="3416507657" sldId="265"/>
            <ac:picMk id="7" creationId="{203C7841-531F-0781-7458-699E2A5C7CE7}"/>
          </ac:picMkLst>
        </pc:picChg>
        <pc:picChg chg="add mod">
          <ac:chgData name="Scruel Tao" userId="5ea5c98d59b44d4b" providerId="LiveId" clId="{2BA6F94F-59B6-4AA6-9DB6-4A8227DBE37E}" dt="2023-04-03T05:09:18.591" v="3012" actId="1076"/>
          <ac:picMkLst>
            <pc:docMk/>
            <pc:sldMk cId="3416507657" sldId="265"/>
            <ac:picMk id="11" creationId="{44AA24C5-508C-4D40-7E65-55D5627E4671}"/>
          </ac:picMkLst>
        </pc:picChg>
      </pc:sldChg>
      <pc:sldChg chg="add del">
        <pc:chgData name="Scruel Tao" userId="5ea5c98d59b44d4b" providerId="LiveId" clId="{2BA6F94F-59B6-4AA6-9DB6-4A8227DBE37E}" dt="2023-04-03T05:03:50.426" v="2761" actId="47"/>
        <pc:sldMkLst>
          <pc:docMk/>
          <pc:sldMk cId="3540231720" sldId="266"/>
        </pc:sldMkLst>
      </pc:sldChg>
      <pc:sldChg chg="add del">
        <pc:chgData name="Scruel Tao" userId="5ea5c98d59b44d4b" providerId="LiveId" clId="{2BA6F94F-59B6-4AA6-9DB6-4A8227DBE37E}" dt="2023-04-03T05:03:50.758" v="2762" actId="47"/>
        <pc:sldMkLst>
          <pc:docMk/>
          <pc:sldMk cId="4025758886" sldId="267"/>
        </pc:sldMkLst>
      </pc:sldChg>
      <pc:sldChg chg="add del">
        <pc:chgData name="Scruel Tao" userId="5ea5c98d59b44d4b" providerId="LiveId" clId="{2BA6F94F-59B6-4AA6-9DB6-4A8227DBE37E}" dt="2023-04-03T05:03:50.967" v="2763" actId="47"/>
        <pc:sldMkLst>
          <pc:docMk/>
          <pc:sldMk cId="3881832977" sldId="268"/>
        </pc:sldMkLst>
      </pc:sldChg>
      <pc:sldChg chg="add del">
        <pc:chgData name="Scruel Tao" userId="5ea5c98d59b44d4b" providerId="LiveId" clId="{2BA6F94F-59B6-4AA6-9DB6-4A8227DBE37E}" dt="2023-04-03T05:03:51.140" v="2764" actId="47"/>
        <pc:sldMkLst>
          <pc:docMk/>
          <pc:sldMk cId="3546485175" sldId="269"/>
        </pc:sldMkLst>
      </pc:sldChg>
      <pc:sldChg chg="addSp delSp modSp add mod ord">
        <pc:chgData name="Scruel Tao" userId="5ea5c98d59b44d4b" providerId="LiveId" clId="{2BA6F94F-59B6-4AA6-9DB6-4A8227DBE37E}" dt="2023-04-06T03:12:53.496" v="6269" actId="1076"/>
        <pc:sldMkLst>
          <pc:docMk/>
          <pc:sldMk cId="192831406" sldId="270"/>
        </pc:sldMkLst>
        <pc:spChg chg="mod">
          <ac:chgData name="Scruel Tao" userId="5ea5c98d59b44d4b" providerId="LiveId" clId="{2BA6F94F-59B6-4AA6-9DB6-4A8227DBE37E}" dt="2023-04-06T01:59:06.037" v="3423" actId="20577"/>
          <ac:spMkLst>
            <pc:docMk/>
            <pc:sldMk cId="192831406" sldId="270"/>
            <ac:spMk id="2" creationId="{ABA783DF-49A6-7EF1-661E-C574E2C2F386}"/>
          </ac:spMkLst>
        </pc:spChg>
        <pc:spChg chg="mod">
          <ac:chgData name="Scruel Tao" userId="5ea5c98d59b44d4b" providerId="LiveId" clId="{2BA6F94F-59B6-4AA6-9DB6-4A8227DBE37E}" dt="2023-04-03T04:55:36.354" v="2500" actId="20577"/>
          <ac:spMkLst>
            <pc:docMk/>
            <pc:sldMk cId="192831406" sldId="270"/>
            <ac:spMk id="5" creationId="{334FF01F-2A65-44F6-34F9-69AC934A31D7}"/>
          </ac:spMkLst>
        </pc:spChg>
        <pc:spChg chg="add del mod">
          <ac:chgData name="Scruel Tao" userId="5ea5c98d59b44d4b" providerId="LiveId" clId="{2BA6F94F-59B6-4AA6-9DB6-4A8227DBE37E}" dt="2023-04-03T04:49:26.325" v="2108"/>
          <ac:spMkLst>
            <pc:docMk/>
            <pc:sldMk cId="192831406" sldId="270"/>
            <ac:spMk id="6" creationId="{4825B1F8-4B63-9130-AF5C-D8B58F7AE6AF}"/>
          </ac:spMkLst>
        </pc:spChg>
        <pc:spChg chg="add del mod">
          <ac:chgData name="Scruel Tao" userId="5ea5c98d59b44d4b" providerId="LiveId" clId="{2BA6F94F-59B6-4AA6-9DB6-4A8227DBE37E}" dt="2023-04-03T04:55:48.392" v="2504"/>
          <ac:spMkLst>
            <pc:docMk/>
            <pc:sldMk cId="192831406" sldId="270"/>
            <ac:spMk id="13" creationId="{BFF52406-2E49-3B9D-2A6D-2A5EDD1B1D0D}"/>
          </ac:spMkLst>
        </pc:spChg>
        <pc:spChg chg="add mod">
          <ac:chgData name="Scruel Tao" userId="5ea5c98d59b44d4b" providerId="LiveId" clId="{2BA6F94F-59B6-4AA6-9DB6-4A8227DBE37E}" dt="2023-04-06T03:12:53.496" v="6269" actId="1076"/>
          <ac:spMkLst>
            <pc:docMk/>
            <pc:sldMk cId="192831406" sldId="270"/>
            <ac:spMk id="14" creationId="{BF2C039C-7D70-5BA8-10BF-AC65C1C472C2}"/>
          </ac:spMkLst>
        </pc:spChg>
        <pc:picChg chg="del">
          <ac:chgData name="Scruel Tao" userId="5ea5c98d59b44d4b" providerId="LiveId" clId="{2BA6F94F-59B6-4AA6-9DB6-4A8227DBE37E}" dt="2023-04-03T04:46:04.237" v="2072" actId="21"/>
          <ac:picMkLst>
            <pc:docMk/>
            <pc:sldMk cId="192831406" sldId="270"/>
            <ac:picMk id="4" creationId="{A511FBE8-0DD6-E630-8EF3-0C4EEA9CD752}"/>
          </ac:picMkLst>
        </pc:picChg>
        <pc:picChg chg="del mod">
          <ac:chgData name="Scruel Tao" userId="5ea5c98d59b44d4b" providerId="LiveId" clId="{2BA6F94F-59B6-4AA6-9DB6-4A8227DBE37E}" dt="2023-04-03T04:49:25.552" v="2107" actId="21"/>
          <ac:picMkLst>
            <pc:docMk/>
            <pc:sldMk cId="192831406" sldId="270"/>
            <ac:picMk id="7" creationId="{DD04D8AF-8509-73F1-4E2C-416ED822D93C}"/>
          </ac:picMkLst>
        </pc:picChg>
        <pc:picChg chg="add mod">
          <ac:chgData name="Scruel Tao" userId="5ea5c98d59b44d4b" providerId="LiveId" clId="{2BA6F94F-59B6-4AA6-9DB6-4A8227DBE37E}" dt="2023-04-03T04:56:24.305" v="2563" actId="1076"/>
          <ac:picMkLst>
            <pc:docMk/>
            <pc:sldMk cId="192831406" sldId="270"/>
            <ac:picMk id="8" creationId="{9FEE71E3-5A5A-BDD3-0177-666AE0953528}"/>
          </ac:picMkLst>
        </pc:picChg>
        <pc:picChg chg="add mod">
          <ac:chgData name="Scruel Tao" userId="5ea5c98d59b44d4b" providerId="LiveId" clId="{2BA6F94F-59B6-4AA6-9DB6-4A8227DBE37E}" dt="2023-04-03T04:57:09.828" v="2614" actId="1076"/>
          <ac:picMkLst>
            <pc:docMk/>
            <pc:sldMk cId="192831406" sldId="270"/>
            <ac:picMk id="10" creationId="{ED7D2C24-3911-466C-3E76-669FC1671250}"/>
          </ac:picMkLst>
        </pc:picChg>
        <pc:picChg chg="add mod">
          <ac:chgData name="Scruel Tao" userId="5ea5c98d59b44d4b" providerId="LiveId" clId="{2BA6F94F-59B6-4AA6-9DB6-4A8227DBE37E}" dt="2023-04-03T04:55:39.683" v="2501" actId="1076"/>
          <ac:picMkLst>
            <pc:docMk/>
            <pc:sldMk cId="192831406" sldId="270"/>
            <ac:picMk id="12" creationId="{A8B42638-E2EC-8913-3326-65DFC6BFA414}"/>
          </ac:picMkLst>
        </pc:picChg>
      </pc:sldChg>
      <pc:sldChg chg="addSp delSp modSp add mod modTransition delAnim modAnim">
        <pc:chgData name="Scruel Tao" userId="5ea5c98d59b44d4b" providerId="LiveId" clId="{2BA6F94F-59B6-4AA6-9DB6-4A8227DBE37E}" dt="2023-04-06T02:37:35.540" v="4103" actId="20577"/>
        <pc:sldMkLst>
          <pc:docMk/>
          <pc:sldMk cId="555885545" sldId="271"/>
        </pc:sldMkLst>
        <pc:spChg chg="mod">
          <ac:chgData name="Scruel Tao" userId="5ea5c98d59b44d4b" providerId="LiveId" clId="{2BA6F94F-59B6-4AA6-9DB6-4A8227DBE37E}" dt="2023-04-06T02:37:35.540" v="4103" actId="20577"/>
          <ac:spMkLst>
            <pc:docMk/>
            <pc:sldMk cId="555885545" sldId="271"/>
            <ac:spMk id="2" creationId="{ABA783DF-49A6-7EF1-661E-C574E2C2F386}"/>
          </ac:spMkLst>
        </pc:spChg>
        <pc:spChg chg="mod">
          <ac:chgData name="Scruel Tao" userId="5ea5c98d59b44d4b" providerId="LiveId" clId="{2BA6F94F-59B6-4AA6-9DB6-4A8227DBE37E}" dt="2023-04-06T02:37:10.496" v="4102" actId="20577"/>
          <ac:spMkLst>
            <pc:docMk/>
            <pc:sldMk cId="555885545" sldId="271"/>
            <ac:spMk id="5" creationId="{334FF01F-2A65-44F6-34F9-69AC934A31D7}"/>
          </ac:spMkLst>
        </pc:spChg>
        <pc:spChg chg="del">
          <ac:chgData name="Scruel Tao" userId="5ea5c98d59b44d4b" providerId="LiveId" clId="{2BA6F94F-59B6-4AA6-9DB6-4A8227DBE37E}" dt="2023-04-03T05:12:20.396" v="3109"/>
          <ac:spMkLst>
            <pc:docMk/>
            <pc:sldMk cId="555885545" sldId="271"/>
            <ac:spMk id="12" creationId="{17AECC1C-6944-9F68-770A-0455E86B2492}"/>
          </ac:spMkLst>
        </pc:spChg>
        <pc:picChg chg="add mod">
          <ac:chgData name="Scruel Tao" userId="5ea5c98d59b44d4b" providerId="LiveId" clId="{2BA6F94F-59B6-4AA6-9DB6-4A8227DBE37E}" dt="2023-04-03T05:12:24.482" v="3111" actId="1076"/>
          <ac:picMkLst>
            <pc:docMk/>
            <pc:sldMk cId="555885545" sldId="271"/>
            <ac:picMk id="3" creationId="{E9C9C4B6-9E80-13FC-3C11-56455F818828}"/>
          </ac:picMkLst>
        </pc:picChg>
        <pc:picChg chg="add del mod">
          <ac:chgData name="Scruel Tao" userId="5ea5c98d59b44d4b" providerId="LiveId" clId="{2BA6F94F-59B6-4AA6-9DB6-4A8227DBE37E}" dt="2023-04-06T02:23:46.442" v="3975" actId="478"/>
          <ac:picMkLst>
            <pc:docMk/>
            <pc:sldMk cId="555885545" sldId="271"/>
            <ac:picMk id="6" creationId="{946FBC4D-967C-E0DD-4B99-AFE37DE456FC}"/>
          </ac:picMkLst>
        </pc:picChg>
        <pc:picChg chg="add del mod">
          <ac:chgData name="Scruel Tao" userId="5ea5c98d59b44d4b" providerId="LiveId" clId="{2BA6F94F-59B6-4AA6-9DB6-4A8227DBE37E}" dt="2023-04-06T02:34:23.966" v="4014" actId="478"/>
          <ac:picMkLst>
            <pc:docMk/>
            <pc:sldMk cId="555885545" sldId="271"/>
            <ac:picMk id="8" creationId="{CBE0F782-9063-9A1B-F123-E3585C23F8D4}"/>
          </ac:picMkLst>
        </pc:picChg>
        <pc:picChg chg="add mod ord">
          <ac:chgData name="Scruel Tao" userId="5ea5c98d59b44d4b" providerId="LiveId" clId="{2BA6F94F-59B6-4AA6-9DB6-4A8227DBE37E}" dt="2023-04-06T02:34:21.109" v="4013" actId="171"/>
          <ac:picMkLst>
            <pc:docMk/>
            <pc:sldMk cId="555885545" sldId="271"/>
            <ac:picMk id="10" creationId="{AB9AA877-00A8-CAE0-AEB2-54C3CC706AB2}"/>
          </ac:picMkLst>
        </pc:picChg>
        <pc:picChg chg="add del mod">
          <ac:chgData name="Scruel Tao" userId="5ea5c98d59b44d4b" providerId="LiveId" clId="{2BA6F94F-59B6-4AA6-9DB6-4A8227DBE37E}" dt="2023-04-06T02:34:05.904" v="4011" actId="478"/>
          <ac:picMkLst>
            <pc:docMk/>
            <pc:sldMk cId="555885545" sldId="271"/>
            <ac:picMk id="12" creationId="{6B5B9BC3-94A6-21D9-46F9-DD8E61B43B92}"/>
          </ac:picMkLst>
        </pc:picChg>
        <pc:picChg chg="add mod">
          <ac:chgData name="Scruel Tao" userId="5ea5c98d59b44d4b" providerId="LiveId" clId="{2BA6F94F-59B6-4AA6-9DB6-4A8227DBE37E}" dt="2023-04-06T02:34:48.022" v="4029" actId="1076"/>
          <ac:picMkLst>
            <pc:docMk/>
            <pc:sldMk cId="555885545" sldId="271"/>
            <ac:picMk id="14" creationId="{6A16C4FE-00E6-5357-100A-B8710B34F596}"/>
          </ac:picMkLst>
        </pc:picChg>
        <pc:picChg chg="add mod">
          <ac:chgData name="Scruel Tao" userId="5ea5c98d59b44d4b" providerId="LiveId" clId="{2BA6F94F-59B6-4AA6-9DB6-4A8227DBE37E}" dt="2023-04-06T02:35:36.170" v="4034" actId="1076"/>
          <ac:picMkLst>
            <pc:docMk/>
            <pc:sldMk cId="555885545" sldId="271"/>
            <ac:picMk id="16" creationId="{11C754BB-74AE-32B2-031C-7FF20420B575}"/>
          </ac:picMkLst>
        </pc:picChg>
      </pc:sldChg>
      <pc:sldChg chg="addSp delSp modSp add mod modClrScheme modAnim chgLayout">
        <pc:chgData name="Scruel Tao" userId="5ea5c98d59b44d4b" providerId="LiveId" clId="{2BA6F94F-59B6-4AA6-9DB6-4A8227DBE37E}" dt="2023-04-06T03:21:33.591" v="6322" actId="20577"/>
        <pc:sldMkLst>
          <pc:docMk/>
          <pc:sldMk cId="1518949093" sldId="272"/>
        </pc:sldMkLst>
        <pc:spChg chg="mod ord">
          <ac:chgData name="Scruel Tao" userId="5ea5c98d59b44d4b" providerId="LiveId" clId="{2BA6F94F-59B6-4AA6-9DB6-4A8227DBE37E}" dt="2023-04-06T02:46:26.755" v="4346" actId="700"/>
          <ac:spMkLst>
            <pc:docMk/>
            <pc:sldMk cId="1518949093" sldId="272"/>
            <ac:spMk id="2" creationId="{ABA783DF-49A6-7EF1-661E-C574E2C2F386}"/>
          </ac:spMkLst>
        </pc:spChg>
        <pc:spChg chg="add mod ord">
          <ac:chgData name="Scruel Tao" userId="5ea5c98d59b44d4b" providerId="LiveId" clId="{2BA6F94F-59B6-4AA6-9DB6-4A8227DBE37E}" dt="2023-04-06T03:21:33.591" v="6322" actId="20577"/>
          <ac:spMkLst>
            <pc:docMk/>
            <pc:sldMk cId="1518949093" sldId="272"/>
            <ac:spMk id="3" creationId="{939F03AE-10F4-D882-D99A-D5393469A114}"/>
          </ac:spMkLst>
        </pc:spChg>
        <pc:spChg chg="add mod">
          <ac:chgData name="Scruel Tao" userId="5ea5c98d59b44d4b" providerId="LiveId" clId="{2BA6F94F-59B6-4AA6-9DB6-4A8227DBE37E}" dt="2023-04-06T03:00:35.995" v="5800" actId="1076"/>
          <ac:spMkLst>
            <pc:docMk/>
            <pc:sldMk cId="1518949093" sldId="272"/>
            <ac:spMk id="4" creationId="{7F9F47DD-E49D-A929-FBF6-0571BAC29FB6}"/>
          </ac:spMkLst>
        </pc:spChg>
        <pc:spChg chg="del mod ord">
          <ac:chgData name="Scruel Tao" userId="5ea5c98d59b44d4b" providerId="LiveId" clId="{2BA6F94F-59B6-4AA6-9DB6-4A8227DBE37E}" dt="2023-04-06T02:46:26.755" v="4346" actId="700"/>
          <ac:spMkLst>
            <pc:docMk/>
            <pc:sldMk cId="1518949093" sldId="272"/>
            <ac:spMk id="5" creationId="{334FF01F-2A65-44F6-34F9-69AC934A31D7}"/>
          </ac:spMkLst>
        </pc:spChg>
        <pc:spChg chg="add del mod">
          <ac:chgData name="Scruel Tao" userId="5ea5c98d59b44d4b" providerId="LiveId" clId="{2BA6F94F-59B6-4AA6-9DB6-4A8227DBE37E}" dt="2023-04-06T02:46:26.755" v="4346" actId="700"/>
          <ac:spMkLst>
            <pc:docMk/>
            <pc:sldMk cId="1518949093" sldId="272"/>
            <ac:spMk id="7" creationId="{F35B7A8A-4930-2C62-CD2B-1E4E38AFABE3}"/>
          </ac:spMkLst>
        </pc:spChg>
        <pc:spChg chg="del">
          <ac:chgData name="Scruel Tao" userId="5ea5c98d59b44d4b" providerId="LiveId" clId="{2BA6F94F-59B6-4AA6-9DB6-4A8227DBE37E}" dt="2023-04-03T05:12:13.720" v="3106"/>
          <ac:spMkLst>
            <pc:docMk/>
            <pc:sldMk cId="1518949093" sldId="272"/>
            <ac:spMk id="12" creationId="{17AECC1C-6944-9F68-770A-0455E86B2492}"/>
          </ac:spMkLst>
        </pc:spChg>
        <pc:picChg chg="add del mod">
          <ac:chgData name="Scruel Tao" userId="5ea5c98d59b44d4b" providerId="LiveId" clId="{2BA6F94F-59B6-4AA6-9DB6-4A8227DBE37E}" dt="2023-04-03T05:12:18.430" v="3108" actId="21"/>
          <ac:picMkLst>
            <pc:docMk/>
            <pc:sldMk cId="1518949093" sldId="272"/>
            <ac:picMk id="4" creationId="{ED7E2725-EC32-D629-C663-EC55BC83D8AA}"/>
          </ac:picMkLst>
        </pc:picChg>
      </pc:sldChg>
      <pc:sldChg chg="addSp delSp modSp add mod modAnim">
        <pc:chgData name="Scruel Tao" userId="5ea5c98d59b44d4b" providerId="LiveId" clId="{2BA6F94F-59B6-4AA6-9DB6-4A8227DBE37E}" dt="2023-04-06T03:22:01.021" v="6326" actId="20577"/>
        <pc:sldMkLst>
          <pc:docMk/>
          <pc:sldMk cId="1301849154" sldId="273"/>
        </pc:sldMkLst>
        <pc:spChg chg="mod">
          <ac:chgData name="Scruel Tao" userId="5ea5c98d59b44d4b" providerId="LiveId" clId="{2BA6F94F-59B6-4AA6-9DB6-4A8227DBE37E}" dt="2023-04-06T02:00:22.559" v="3502" actId="20577"/>
          <ac:spMkLst>
            <pc:docMk/>
            <pc:sldMk cId="1301849154" sldId="273"/>
            <ac:spMk id="2" creationId="{ABA783DF-49A6-7EF1-661E-C574E2C2F386}"/>
          </ac:spMkLst>
        </pc:spChg>
        <pc:spChg chg="mod ord">
          <ac:chgData name="Scruel Tao" userId="5ea5c98d59b44d4b" providerId="LiveId" clId="{2BA6F94F-59B6-4AA6-9DB6-4A8227DBE37E}" dt="2023-04-06T03:22:01.021" v="6326" actId="20577"/>
          <ac:spMkLst>
            <pc:docMk/>
            <pc:sldMk cId="1301849154" sldId="273"/>
            <ac:spMk id="5" creationId="{334FF01F-2A65-44F6-34F9-69AC934A31D7}"/>
          </ac:spMkLst>
        </pc:spChg>
        <pc:spChg chg="add del">
          <ac:chgData name="Scruel Tao" userId="5ea5c98d59b44d4b" providerId="LiveId" clId="{2BA6F94F-59B6-4AA6-9DB6-4A8227DBE37E}" dt="2023-04-06T03:03:08.342" v="5816" actId="22"/>
          <ac:spMkLst>
            <pc:docMk/>
            <pc:sldMk cId="1301849154" sldId="273"/>
            <ac:spMk id="9" creationId="{2D63CFCC-FD4C-6E5B-C31C-1FACE6548087}"/>
          </ac:spMkLst>
        </pc:spChg>
        <pc:spChg chg="del">
          <ac:chgData name="Scruel Tao" userId="5ea5c98d59b44d4b" providerId="LiveId" clId="{2BA6F94F-59B6-4AA6-9DB6-4A8227DBE37E}" dt="2023-04-06T02:59:42.163" v="5772"/>
          <ac:spMkLst>
            <pc:docMk/>
            <pc:sldMk cId="1301849154" sldId="273"/>
            <ac:spMk id="12" creationId="{17AECC1C-6944-9F68-770A-0455E86B2492}"/>
          </ac:spMkLst>
        </pc:spChg>
        <pc:picChg chg="add mod">
          <ac:chgData name="Scruel Tao" userId="5ea5c98d59b44d4b" providerId="LiveId" clId="{2BA6F94F-59B6-4AA6-9DB6-4A8227DBE37E}" dt="2023-04-06T03:00:08.355" v="5783" actId="14100"/>
          <ac:picMkLst>
            <pc:docMk/>
            <pc:sldMk cId="1301849154" sldId="273"/>
            <ac:picMk id="4" creationId="{0A002240-4414-DA2D-96E9-81195475F4D9}"/>
          </ac:picMkLst>
        </pc:picChg>
        <pc:picChg chg="add mod">
          <ac:chgData name="Scruel Tao" userId="5ea5c98d59b44d4b" providerId="LiveId" clId="{2BA6F94F-59B6-4AA6-9DB6-4A8227DBE37E}" dt="2023-04-06T03:01:55.942" v="5807" actId="1076"/>
          <ac:picMkLst>
            <pc:docMk/>
            <pc:sldMk cId="1301849154" sldId="273"/>
            <ac:picMk id="7" creationId="{039AB04D-EA90-8BDD-A9C6-599C7C25DC63}"/>
          </ac:picMkLst>
        </pc:picChg>
        <pc:picChg chg="add mod">
          <ac:chgData name="Scruel Tao" userId="5ea5c98d59b44d4b" providerId="LiveId" clId="{2BA6F94F-59B6-4AA6-9DB6-4A8227DBE37E}" dt="2023-04-06T03:03:35.262" v="5826" actId="1076"/>
          <ac:picMkLst>
            <pc:docMk/>
            <pc:sldMk cId="1301849154" sldId="273"/>
            <ac:picMk id="11" creationId="{F56CF5C9-083E-9020-8D45-F23AB3CF38CE}"/>
          </ac:picMkLst>
        </pc:picChg>
      </pc:sldChg>
      <pc:sldChg chg="addSp delSp modSp add mod modClrScheme modAnim chgLayout">
        <pc:chgData name="Scruel Tao" userId="5ea5c98d59b44d4b" providerId="LiveId" clId="{2BA6F94F-59B6-4AA6-9DB6-4A8227DBE37E}" dt="2023-04-06T03:08:04.347" v="6177" actId="20577"/>
        <pc:sldMkLst>
          <pc:docMk/>
          <pc:sldMk cId="2878673110" sldId="274"/>
        </pc:sldMkLst>
        <pc:spChg chg="mod ord">
          <ac:chgData name="Scruel Tao" userId="5ea5c98d59b44d4b" providerId="LiveId" clId="{2BA6F94F-59B6-4AA6-9DB6-4A8227DBE37E}" dt="2023-04-06T03:06:24.832" v="6026" actId="20577"/>
          <ac:spMkLst>
            <pc:docMk/>
            <pc:sldMk cId="2878673110" sldId="274"/>
            <ac:spMk id="2" creationId="{ABA783DF-49A6-7EF1-661E-C574E2C2F386}"/>
          </ac:spMkLst>
        </pc:spChg>
        <pc:spChg chg="add mod ord">
          <ac:chgData name="Scruel Tao" userId="5ea5c98d59b44d4b" providerId="LiveId" clId="{2BA6F94F-59B6-4AA6-9DB6-4A8227DBE37E}" dt="2023-04-06T03:08:04.347" v="6177" actId="20577"/>
          <ac:spMkLst>
            <pc:docMk/>
            <pc:sldMk cId="2878673110" sldId="274"/>
            <ac:spMk id="3" creationId="{9E0BA8B8-92DA-1AC9-79B9-A552D184BB54}"/>
          </ac:spMkLst>
        </pc:spChg>
        <pc:spChg chg="del mod ord">
          <ac:chgData name="Scruel Tao" userId="5ea5c98d59b44d4b" providerId="LiveId" clId="{2BA6F94F-59B6-4AA6-9DB6-4A8227DBE37E}" dt="2023-04-03T05:14:57.549" v="3272" actId="700"/>
          <ac:spMkLst>
            <pc:docMk/>
            <pc:sldMk cId="2878673110" sldId="274"/>
            <ac:spMk id="5" creationId="{334FF01F-2A65-44F6-34F9-69AC934A31D7}"/>
          </ac:spMkLst>
        </pc:spChg>
        <pc:spChg chg="del">
          <ac:chgData name="Scruel Tao" userId="5ea5c98d59b44d4b" providerId="LiveId" clId="{2BA6F94F-59B6-4AA6-9DB6-4A8227DBE37E}" dt="2023-04-03T05:14:57.549" v="3272" actId="700"/>
          <ac:spMkLst>
            <pc:docMk/>
            <pc:sldMk cId="2878673110" sldId="274"/>
            <ac:spMk id="12" creationId="{17AECC1C-6944-9F68-770A-0455E86B2492}"/>
          </ac:spMkLst>
        </pc:spChg>
      </pc:sldChg>
      <pc:sldChg chg="addSp delSp modSp add mod delAnim modAnim">
        <pc:chgData name="Scruel Tao" userId="5ea5c98d59b44d4b" providerId="LiveId" clId="{2BA6F94F-59B6-4AA6-9DB6-4A8227DBE37E}" dt="2023-04-06T03:11:42.112" v="6223" actId="20577"/>
        <pc:sldMkLst>
          <pc:docMk/>
          <pc:sldMk cId="1525970791" sldId="275"/>
        </pc:sldMkLst>
        <pc:spChg chg="mod">
          <ac:chgData name="Scruel Tao" userId="5ea5c98d59b44d4b" providerId="LiveId" clId="{2BA6F94F-59B6-4AA6-9DB6-4A8227DBE37E}" dt="2023-04-06T02:37:55.606" v="4130" actId="20577"/>
          <ac:spMkLst>
            <pc:docMk/>
            <pc:sldMk cId="1525970791" sldId="275"/>
            <ac:spMk id="2" creationId="{ABA783DF-49A6-7EF1-661E-C574E2C2F386}"/>
          </ac:spMkLst>
        </pc:spChg>
        <pc:spChg chg="add mod">
          <ac:chgData name="Scruel Tao" userId="5ea5c98d59b44d4b" providerId="LiveId" clId="{2BA6F94F-59B6-4AA6-9DB6-4A8227DBE37E}" dt="2023-04-06T02:40:44.115" v="4288" actId="1076"/>
          <ac:spMkLst>
            <pc:docMk/>
            <pc:sldMk cId="1525970791" sldId="275"/>
            <ac:spMk id="3" creationId="{758FEE91-E006-78B4-7371-44F05CE1873F}"/>
          </ac:spMkLst>
        </pc:spChg>
        <pc:spChg chg="mod">
          <ac:chgData name="Scruel Tao" userId="5ea5c98d59b44d4b" providerId="LiveId" clId="{2BA6F94F-59B6-4AA6-9DB6-4A8227DBE37E}" dt="2023-04-06T03:11:42.112" v="6223" actId="20577"/>
          <ac:spMkLst>
            <pc:docMk/>
            <pc:sldMk cId="1525970791" sldId="275"/>
            <ac:spMk id="5" creationId="{334FF01F-2A65-44F6-34F9-69AC934A31D7}"/>
          </ac:spMkLst>
        </pc:spChg>
        <pc:spChg chg="add del mod">
          <ac:chgData name="Scruel Tao" userId="5ea5c98d59b44d4b" providerId="LiveId" clId="{2BA6F94F-59B6-4AA6-9DB6-4A8227DBE37E}" dt="2023-04-06T02:41:11.484" v="4301"/>
          <ac:spMkLst>
            <pc:docMk/>
            <pc:sldMk cId="1525970791" sldId="275"/>
            <ac:spMk id="6" creationId="{FE71521E-2CC0-4A61-AAED-50B969DD3FB2}"/>
          </ac:spMkLst>
        </pc:spChg>
        <pc:spChg chg="add del mod">
          <ac:chgData name="Scruel Tao" userId="5ea5c98d59b44d4b" providerId="LiveId" clId="{2BA6F94F-59B6-4AA6-9DB6-4A8227DBE37E}" dt="2023-04-06T02:41:49.801" v="4308"/>
          <ac:spMkLst>
            <pc:docMk/>
            <pc:sldMk cId="1525970791" sldId="275"/>
            <ac:spMk id="11" creationId="{E7566BCF-DD27-2A40-5FAC-846D590C6664}"/>
          </ac:spMkLst>
        </pc:spChg>
        <pc:picChg chg="del">
          <ac:chgData name="Scruel Tao" userId="5ea5c98d59b44d4b" providerId="LiveId" clId="{2BA6F94F-59B6-4AA6-9DB6-4A8227DBE37E}" dt="2023-04-03T05:13:19.543" v="3163" actId="21"/>
          <ac:picMkLst>
            <pc:docMk/>
            <pc:sldMk cId="1525970791" sldId="275"/>
            <ac:picMk id="3" creationId="{E9C9C4B6-9E80-13FC-3C11-56455F818828}"/>
          </ac:picMkLst>
        </pc:picChg>
        <pc:picChg chg="add del mod">
          <ac:chgData name="Scruel Tao" userId="5ea5c98d59b44d4b" providerId="LiveId" clId="{2BA6F94F-59B6-4AA6-9DB6-4A8227DBE37E}" dt="2023-04-06T02:41:10.728" v="4300"/>
          <ac:picMkLst>
            <pc:docMk/>
            <pc:sldMk cId="1525970791" sldId="275"/>
            <ac:picMk id="7" creationId="{72753DEC-DD0C-C274-F404-F5EB4CD1C448}"/>
          </ac:picMkLst>
        </pc:picChg>
        <pc:picChg chg="add del mod">
          <ac:chgData name="Scruel Tao" userId="5ea5c98d59b44d4b" providerId="LiveId" clId="{2BA6F94F-59B6-4AA6-9DB6-4A8227DBE37E}" dt="2023-04-06T02:41:48.798" v="4307" actId="478"/>
          <ac:picMkLst>
            <pc:docMk/>
            <pc:sldMk cId="1525970791" sldId="275"/>
            <ac:picMk id="9" creationId="{956D46E1-CA10-6110-3721-527FB106B816}"/>
          </ac:picMkLst>
        </pc:picChg>
        <pc:picChg chg="add mod">
          <ac:chgData name="Scruel Tao" userId="5ea5c98d59b44d4b" providerId="LiveId" clId="{2BA6F94F-59B6-4AA6-9DB6-4A8227DBE37E}" dt="2023-04-06T02:41:56.060" v="4311" actId="14100"/>
          <ac:picMkLst>
            <pc:docMk/>
            <pc:sldMk cId="1525970791" sldId="275"/>
            <ac:picMk id="13" creationId="{28E0336C-E8D0-EA88-BA1F-58180AAA10B2}"/>
          </ac:picMkLst>
        </pc:picChg>
        <pc:picChg chg="add mod">
          <ac:chgData name="Scruel Tao" userId="5ea5c98d59b44d4b" providerId="LiveId" clId="{2BA6F94F-59B6-4AA6-9DB6-4A8227DBE37E}" dt="2023-04-06T02:43:15.541" v="4323" actId="1076"/>
          <ac:picMkLst>
            <pc:docMk/>
            <pc:sldMk cId="1525970791" sldId="275"/>
            <ac:picMk id="15" creationId="{688D0B3B-ED19-D752-7801-4EA7CCF93CF1}"/>
          </ac:picMkLst>
        </pc:picChg>
        <pc:picChg chg="add del mod">
          <ac:chgData name="Scruel Tao" userId="5ea5c98d59b44d4b" providerId="LiveId" clId="{2BA6F94F-59B6-4AA6-9DB6-4A8227DBE37E}" dt="2023-04-06T02:45:44.597" v="4337" actId="478"/>
          <ac:picMkLst>
            <pc:docMk/>
            <pc:sldMk cId="1525970791" sldId="275"/>
            <ac:picMk id="17" creationId="{A0899730-319B-2A2E-DBC8-BEBF8655AA69}"/>
          </ac:picMkLst>
        </pc:picChg>
        <pc:picChg chg="add mod">
          <ac:chgData name="Scruel Tao" userId="5ea5c98d59b44d4b" providerId="LiveId" clId="{2BA6F94F-59B6-4AA6-9DB6-4A8227DBE37E}" dt="2023-04-06T02:45:54.296" v="4342" actId="1076"/>
          <ac:picMkLst>
            <pc:docMk/>
            <pc:sldMk cId="1525970791" sldId="275"/>
            <ac:picMk id="19" creationId="{EA4C9E56-4F35-33EF-251B-533EFC0DABBF}"/>
          </ac:picMkLst>
        </pc:picChg>
      </pc:sldChg>
      <pc:sldChg chg="modSp add del mod">
        <pc:chgData name="Scruel Tao" userId="5ea5c98d59b44d4b" providerId="LiveId" clId="{2BA6F94F-59B6-4AA6-9DB6-4A8227DBE37E}" dt="2023-04-06T02:37:57.733" v="4131" actId="47"/>
        <pc:sldMkLst>
          <pc:docMk/>
          <pc:sldMk cId="1084643022" sldId="276"/>
        </pc:sldMkLst>
        <pc:spChg chg="mod">
          <ac:chgData name="Scruel Tao" userId="5ea5c98d59b44d4b" providerId="LiveId" clId="{2BA6F94F-59B6-4AA6-9DB6-4A8227DBE37E}" dt="2023-04-06T01:59:57.563" v="3451" actId="20577"/>
          <ac:spMkLst>
            <pc:docMk/>
            <pc:sldMk cId="1084643022" sldId="276"/>
            <ac:spMk id="2" creationId="{ABA783DF-49A6-7EF1-661E-C574E2C2F386}"/>
          </ac:spMkLst>
        </pc:spChg>
      </pc:sldChg>
      <pc:sldMasterChg chg="modSldLayout">
        <pc:chgData name="Scruel Tao" userId="5ea5c98d59b44d4b" providerId="LiveId" clId="{2BA6F94F-59B6-4AA6-9DB6-4A8227DBE37E}" dt="2023-04-03T03:34:53.033" v="335" actId="1076"/>
        <pc:sldMasterMkLst>
          <pc:docMk/>
          <pc:sldMasterMk cId="1766057859" sldId="2147483648"/>
        </pc:sldMasterMkLst>
        <pc:sldLayoutChg chg="delSp modSp mod">
          <pc:chgData name="Scruel Tao" userId="5ea5c98d59b44d4b" providerId="LiveId" clId="{2BA6F94F-59B6-4AA6-9DB6-4A8227DBE37E}" dt="2023-04-03T03:34:53.033" v="335" actId="1076"/>
          <pc:sldLayoutMkLst>
            <pc:docMk/>
            <pc:sldMasterMk cId="1766057859" sldId="2147483648"/>
            <pc:sldLayoutMk cId="1337634028" sldId="2147483660"/>
          </pc:sldLayoutMkLst>
          <pc:spChg chg="del mod">
            <ac:chgData name="Scruel Tao" userId="5ea5c98d59b44d4b" providerId="LiveId" clId="{2BA6F94F-59B6-4AA6-9DB6-4A8227DBE37E}" dt="2023-04-03T03:27:47.594" v="278" actId="478"/>
            <ac:spMkLst>
              <pc:docMk/>
              <pc:sldMasterMk cId="1766057859" sldId="2147483648"/>
              <pc:sldLayoutMk cId="1337634028" sldId="2147483660"/>
              <ac:spMk id="19468" creationId="{418CE5A5-515B-CEAB-D160-CBAFEBF4837F}"/>
            </ac:spMkLst>
          </pc:spChg>
          <pc:picChg chg="del">
            <ac:chgData name="Scruel Tao" userId="5ea5c98d59b44d4b" providerId="LiveId" clId="{2BA6F94F-59B6-4AA6-9DB6-4A8227DBE37E}" dt="2023-04-03T03:26:11.336" v="269" actId="21"/>
            <ac:picMkLst>
              <pc:docMk/>
              <pc:sldMasterMk cId="1766057859" sldId="2147483648"/>
              <pc:sldLayoutMk cId="1337634028" sldId="2147483660"/>
              <ac:picMk id="19481" creationId="{02568321-E4E6-1B3D-8017-A3451A7203B9}"/>
            </ac:picMkLst>
          </pc:picChg>
          <pc:picChg chg="mod">
            <ac:chgData name="Scruel Tao" userId="5ea5c98d59b44d4b" providerId="LiveId" clId="{2BA6F94F-59B6-4AA6-9DB6-4A8227DBE37E}" dt="2023-04-03T03:34:53.033" v="335" actId="1076"/>
            <ac:picMkLst>
              <pc:docMk/>
              <pc:sldMasterMk cId="1766057859" sldId="2147483648"/>
              <pc:sldLayoutMk cId="1337634028" sldId="2147483660"/>
              <ac:picMk id="19482" creationId="{8F2B9C9A-7CA4-5723-784E-DBADCF09186B}"/>
            </ac:picMkLst>
          </pc:picChg>
        </pc:sldLayoutChg>
      </pc:sldMasterChg>
    </pc:docChg>
  </pc:docChgLst>
  <pc:docChgLst>
    <pc:chgData name="Scruel Tao" userId="5ea5c98d59b44d4b" providerId="LiveId" clId="{42F73B06-DA81-4C67-8473-07E158E9C79B}"/>
    <pc:docChg chg="undo redo custSel addSld delSld modSld sldOrd modMainMaster">
      <pc:chgData name="Scruel Tao" userId="5ea5c98d59b44d4b" providerId="LiveId" clId="{42F73B06-DA81-4C67-8473-07E158E9C79B}" dt="2023-04-25T04:46:22.938" v="2599" actId="20577"/>
      <pc:docMkLst>
        <pc:docMk/>
      </pc:docMkLst>
      <pc:sldChg chg="addSp delSp modSp mod">
        <pc:chgData name="Scruel Tao" userId="5ea5c98d59b44d4b" providerId="LiveId" clId="{42F73B06-DA81-4C67-8473-07E158E9C79B}" dt="2023-04-25T04:46:22.938" v="2599" actId="20577"/>
        <pc:sldMkLst>
          <pc:docMk/>
          <pc:sldMk cId="1112998187" sldId="257"/>
        </pc:sldMkLst>
        <pc:spChg chg="mod">
          <ac:chgData name="Scruel Tao" userId="5ea5c98d59b44d4b" providerId="LiveId" clId="{42F73B06-DA81-4C67-8473-07E158E9C79B}" dt="2023-04-25T02:56:34.616" v="176" actId="13926"/>
          <ac:spMkLst>
            <pc:docMk/>
            <pc:sldMk cId="1112998187" sldId="257"/>
            <ac:spMk id="2" creationId="{1422DFF6-0952-1023-64E3-97184D36BE3F}"/>
          </ac:spMkLst>
        </pc:spChg>
        <pc:spChg chg="mod">
          <ac:chgData name="Scruel Tao" userId="5ea5c98d59b44d4b" providerId="LiveId" clId="{42F73B06-DA81-4C67-8473-07E158E9C79B}" dt="2023-04-25T04:46:22.938" v="2599" actId="20577"/>
          <ac:spMkLst>
            <pc:docMk/>
            <pc:sldMk cId="1112998187" sldId="257"/>
            <ac:spMk id="3" creationId="{AC7759D9-0BB4-08ED-8476-24F7D903D6DE}"/>
          </ac:spMkLst>
        </pc:spChg>
        <pc:spChg chg="add del mod">
          <ac:chgData name="Scruel Tao" userId="5ea5c98d59b44d4b" providerId="LiveId" clId="{42F73B06-DA81-4C67-8473-07E158E9C79B}" dt="2023-04-25T02:46:25.828" v="34"/>
          <ac:spMkLst>
            <pc:docMk/>
            <pc:sldMk cId="1112998187" sldId="257"/>
            <ac:spMk id="4" creationId="{A079E8C0-052B-18D5-9CF8-DD0AE74AF66B}"/>
          </ac:spMkLst>
        </pc:spChg>
        <pc:spChg chg="add del mod">
          <ac:chgData name="Scruel Tao" userId="5ea5c98d59b44d4b" providerId="LiveId" clId="{42F73B06-DA81-4C67-8473-07E158E9C79B}" dt="2023-04-25T02:53:39.318" v="165" actId="21"/>
          <ac:spMkLst>
            <pc:docMk/>
            <pc:sldMk cId="1112998187" sldId="257"/>
            <ac:spMk id="5" creationId="{6B681F1F-0DE6-B406-204C-9354D5670F8E}"/>
          </ac:spMkLst>
        </pc:spChg>
      </pc:sldChg>
      <pc:sldChg chg="addSp delSp modSp mod">
        <pc:chgData name="Scruel Tao" userId="5ea5c98d59b44d4b" providerId="LiveId" clId="{42F73B06-DA81-4C67-8473-07E158E9C79B}" dt="2023-04-25T04:46:05.667" v="2597" actId="21"/>
        <pc:sldMkLst>
          <pc:docMk/>
          <pc:sldMk cId="3636494425" sldId="258"/>
        </pc:sldMkLst>
        <pc:spChg chg="mod">
          <ac:chgData name="Scruel Tao" userId="5ea5c98d59b44d4b" providerId="LiveId" clId="{42F73B06-DA81-4C67-8473-07E158E9C79B}" dt="2023-04-25T03:22:32.151" v="867" actId="20577"/>
          <ac:spMkLst>
            <pc:docMk/>
            <pc:sldMk cId="3636494425" sldId="258"/>
            <ac:spMk id="2" creationId="{ABA783DF-49A6-7EF1-661E-C574E2C2F386}"/>
          </ac:spMkLst>
        </pc:spChg>
        <pc:spChg chg="del mod">
          <ac:chgData name="Scruel Tao" userId="5ea5c98d59b44d4b" providerId="LiveId" clId="{42F73B06-DA81-4C67-8473-07E158E9C79B}" dt="2023-04-25T03:12:42.110" v="592" actId="478"/>
          <ac:spMkLst>
            <pc:docMk/>
            <pc:sldMk cId="3636494425" sldId="258"/>
            <ac:spMk id="3" creationId="{4C14948B-081B-0FED-AF72-DA2CFEC85EB0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9" creationId="{BA908FC3-A0EB-F7FE-4E65-D9458F7A14A9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10" creationId="{FFB3B742-5269-C9DD-2CA4-966DADE8F9E0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11" creationId="{BA703B33-7CB6-9FD1-6308-5A66A84AE171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12" creationId="{151B79C1-137A-57A9-0616-3DF5499DEDE0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13" creationId="{CC84C452-144D-00E8-F419-9F2CFB9B199C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14" creationId="{399876F9-00F3-3D6A-E2DA-9E3F062548EC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15" creationId="{8CB8A818-E440-9338-2FD4-89160E0FAD7F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16" creationId="{8226402F-1940-BAAF-8CDD-A588047059AC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17" creationId="{46DCCA24-2144-A4FD-E167-DA7BBE5B3F6D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18" creationId="{545EA90B-9834-F825-8B44-305D329730D8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19" creationId="{2FDD208C-8CDC-5791-DB0C-46A496231D22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20" creationId="{A3C0FB5D-4E00-3696-61DB-E49AEE25DB09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21" creationId="{71F8EEF6-9A32-0A78-4E2F-950322B8AC2C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22" creationId="{47D5D505-F800-D76D-E7B6-F3EB87664C74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23" creationId="{E8A85D2B-AB1D-9C0D-08EC-934FF9D7003F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24" creationId="{0AC97BA1-83B0-DB02-81AC-6213009241F3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25" creationId="{5F1C6A34-E5FE-21CA-E715-E556C8811400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26" creationId="{8A7695B3-E880-A584-75A9-94BD937774FF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27" creationId="{DDA9CB73-5323-7074-72F0-FE213A7656CE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28" creationId="{BE9D20DE-121B-F6A5-4436-DF6C304DC9B4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29" creationId="{2DC44659-C03E-0D86-F7C0-0978EF476040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30" creationId="{7AEC2843-9DD8-8FE8-B5D1-A4C4D1D386A3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31" creationId="{444C8620-BBE0-B587-70F9-61F84356BFC9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32" creationId="{1A2A0E7C-32A4-D0EF-50CB-9275BA653A46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33" creationId="{3B0FD91E-90DC-12A5-BD5D-D4EEF984FBF9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34" creationId="{ADD06899-CA0E-640F-BE8C-C94B407217D8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35" creationId="{35DB8BD3-7EF0-88D9-611E-481E0080EB9C}"/>
          </ac:spMkLst>
        </pc:spChg>
        <pc:spChg chg="add del mod">
          <ac:chgData name="Scruel Tao" userId="5ea5c98d59b44d4b" providerId="LiveId" clId="{42F73B06-DA81-4C67-8473-07E158E9C79B}" dt="2023-04-25T03:12:32.844" v="591"/>
          <ac:spMkLst>
            <pc:docMk/>
            <pc:sldMk cId="3636494425" sldId="258"/>
            <ac:spMk id="36" creationId="{AFC9C7BA-7A24-6E3D-4442-046FA94109E5}"/>
          </ac:spMkLst>
        </pc:spChg>
        <pc:spChg chg="add del mod">
          <ac:chgData name="Scruel Tao" userId="5ea5c98d59b44d4b" providerId="LiveId" clId="{42F73B06-DA81-4C67-8473-07E158E9C79B}" dt="2023-04-25T03:12:44.503" v="593" actId="478"/>
          <ac:spMkLst>
            <pc:docMk/>
            <pc:sldMk cId="3636494425" sldId="258"/>
            <ac:spMk id="38" creationId="{A30D7F5D-9E79-2552-D499-8B7304C5F748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39" creationId="{8D309316-0912-245A-36C4-6EEFCF882A6C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40" creationId="{F356A7F9-408C-48AD-D73A-AB2BE2683ACE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41" creationId="{A65C9C38-D9D4-4ECA-E1D0-6FE80D1FC8CB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42" creationId="{7E3B9975-3062-8002-8685-35899B3AFCA8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43" creationId="{3785958C-CD18-CC2E-9E0C-55A294D2F859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44" creationId="{36F07874-9C56-D8E0-B1BA-7BCD3E1F71C9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45" creationId="{D7E44A64-E568-6693-3D25-7CD2C9426109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46" creationId="{0E1909D8-1601-DFB5-56B3-16A56AE6AFE9}"/>
          </ac:spMkLst>
        </pc:spChg>
        <pc:spChg chg="add del mod">
          <ac:chgData name="Scruel Tao" userId="5ea5c98d59b44d4b" providerId="LiveId" clId="{42F73B06-DA81-4C67-8473-07E158E9C79B}" dt="2023-04-25T03:14:09.423" v="612" actId="21"/>
          <ac:spMkLst>
            <pc:docMk/>
            <pc:sldMk cId="3636494425" sldId="258"/>
            <ac:spMk id="47" creationId="{7AD1E3F2-059C-C35B-5426-0E689F8B2312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48" creationId="{8EF70B6C-10AB-C9E2-0ADD-90E337F914E7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49" creationId="{3FFE2D0F-D5D7-38F6-8079-091F446C324F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50" creationId="{5BDF8FF3-017B-5699-11E7-C6538205D42B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51" creationId="{49EA7185-A97F-ADA5-D08B-1F009E8A86D7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52" creationId="{FC361533-57CD-8F96-1954-E552EFBCB02D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53" creationId="{03FE0395-4FFA-4B43-7348-8A18CD05B3DC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54" creationId="{A537EA06-6625-07C6-8C40-953BDD632EAB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55" creationId="{2B12582F-6DD3-2038-D5C0-F941BCEE00B4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56" creationId="{95372342-D86C-DC3A-B25D-EDA6C57C1B5B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57" creationId="{12B59904-5CB1-2D40-ABE3-688B2D571D7C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58" creationId="{744D1BA5-DCF5-C693-3ACD-4128848197F5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59" creationId="{679C6DCA-93EF-C47E-B75E-7C7F1E9F94C4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60" creationId="{3B2146D0-F7C3-DCE3-BE29-F363BFE08CA2}"/>
          </ac:spMkLst>
        </pc:spChg>
        <pc:spChg chg="add mod">
          <ac:chgData name="Scruel Tao" userId="5ea5c98d59b44d4b" providerId="LiveId" clId="{42F73B06-DA81-4C67-8473-07E158E9C79B}" dt="2023-04-25T04:03:31.110" v="1011" actId="1076"/>
          <ac:spMkLst>
            <pc:docMk/>
            <pc:sldMk cId="3636494425" sldId="258"/>
            <ac:spMk id="61" creationId="{26C3A082-A7FD-FD74-BECF-67FF073E8A45}"/>
          </ac:spMkLst>
        </pc:spChg>
        <pc:spChg chg="add mod">
          <ac:chgData name="Scruel Tao" userId="5ea5c98d59b44d4b" providerId="LiveId" clId="{42F73B06-DA81-4C67-8473-07E158E9C79B}" dt="2023-04-25T04:03:39.391" v="1014" actId="1076"/>
          <ac:spMkLst>
            <pc:docMk/>
            <pc:sldMk cId="3636494425" sldId="258"/>
            <ac:spMk id="62" creationId="{9FC2C471-7E85-A661-F5F3-551B20D19794}"/>
          </ac:spMkLst>
        </pc:spChg>
        <pc:spChg chg="add mod">
          <ac:chgData name="Scruel Tao" userId="5ea5c98d59b44d4b" providerId="LiveId" clId="{42F73B06-DA81-4C67-8473-07E158E9C79B}" dt="2023-04-25T04:03:19.805" v="1006" actId="1076"/>
          <ac:spMkLst>
            <pc:docMk/>
            <pc:sldMk cId="3636494425" sldId="258"/>
            <ac:spMk id="63" creationId="{77A5EEA3-B866-173F-23BF-6F01A8D0CEFE}"/>
          </ac:spMkLst>
        </pc:spChg>
        <pc:spChg chg="add mod">
          <ac:chgData name="Scruel Tao" userId="5ea5c98d59b44d4b" providerId="LiveId" clId="{42F73B06-DA81-4C67-8473-07E158E9C79B}" dt="2023-04-25T04:03:59.363" v="1017" actId="1076"/>
          <ac:spMkLst>
            <pc:docMk/>
            <pc:sldMk cId="3636494425" sldId="258"/>
            <ac:spMk id="64" creationId="{C984414B-E85A-0C51-1947-5EF04227CEFE}"/>
          </ac:spMkLst>
        </pc:spChg>
        <pc:spChg chg="add del mod">
          <ac:chgData name="Scruel Tao" userId="5ea5c98d59b44d4b" providerId="LiveId" clId="{42F73B06-DA81-4C67-8473-07E158E9C79B}" dt="2023-04-25T04:04:43.546" v="1073" actId="1076"/>
          <ac:spMkLst>
            <pc:docMk/>
            <pc:sldMk cId="3636494425" sldId="258"/>
            <ac:spMk id="65" creationId="{2CF429CA-16B1-CEDA-46DC-D37D290690D4}"/>
          </ac:spMkLst>
        </pc:spChg>
        <pc:spChg chg="add mod">
          <ac:chgData name="Scruel Tao" userId="5ea5c98d59b44d4b" providerId="LiveId" clId="{42F73B06-DA81-4C67-8473-07E158E9C79B}" dt="2023-04-25T04:15:36.300" v="1328" actId="2711"/>
          <ac:spMkLst>
            <pc:docMk/>
            <pc:sldMk cId="3636494425" sldId="258"/>
            <ac:spMk id="66" creationId="{983A5980-DFF1-C5D2-408C-E0485B57A0C0}"/>
          </ac:spMkLst>
        </pc:spChg>
        <pc:spChg chg="add mod">
          <ac:chgData name="Scruel Tao" userId="5ea5c98d59b44d4b" providerId="LiveId" clId="{42F73B06-DA81-4C67-8473-07E158E9C79B}" dt="2023-04-25T03:22:58.685" v="884" actId="1035"/>
          <ac:spMkLst>
            <pc:docMk/>
            <pc:sldMk cId="3636494425" sldId="258"/>
            <ac:spMk id="69" creationId="{80550B4F-EFB3-A7EC-B14D-B081DE9BA42B}"/>
          </ac:spMkLst>
        </pc:spChg>
        <pc:spChg chg="add del mod">
          <ac:chgData name="Scruel Tao" userId="5ea5c98d59b44d4b" providerId="LiveId" clId="{42F73B06-DA81-4C67-8473-07E158E9C79B}" dt="2023-04-25T04:14:46.122" v="1253"/>
          <ac:spMkLst>
            <pc:docMk/>
            <pc:sldMk cId="3636494425" sldId="258"/>
            <ac:spMk id="70" creationId="{8FD26C44-A566-6E98-AD97-3143525A0D1A}"/>
          </ac:spMkLst>
        </pc:spChg>
        <pc:spChg chg="add mod">
          <ac:chgData name="Scruel Tao" userId="5ea5c98d59b44d4b" providerId="LiveId" clId="{42F73B06-DA81-4C67-8473-07E158E9C79B}" dt="2023-04-25T04:15:45.148" v="1329" actId="20577"/>
          <ac:spMkLst>
            <pc:docMk/>
            <pc:sldMk cId="3636494425" sldId="258"/>
            <ac:spMk id="71" creationId="{67A30D04-38D0-D20E-4EE8-EE121DB259C0}"/>
          </ac:spMkLst>
        </pc:spChg>
        <pc:spChg chg="add del mod">
          <ac:chgData name="Scruel Tao" userId="5ea5c98d59b44d4b" providerId="LiveId" clId="{42F73B06-DA81-4C67-8473-07E158E9C79B}" dt="2023-04-25T04:46:05.667" v="2597" actId="21"/>
          <ac:spMkLst>
            <pc:docMk/>
            <pc:sldMk cId="3636494425" sldId="258"/>
            <ac:spMk id="73" creationId="{84DDD523-FA55-B2B2-276E-52F418F47C13}"/>
          </ac:spMkLst>
        </pc:spChg>
        <pc:picChg chg="del">
          <ac:chgData name="Scruel Tao" userId="5ea5c98d59b44d4b" providerId="LiveId" clId="{42F73B06-DA81-4C67-8473-07E158E9C79B}" dt="2023-04-25T03:10:54.140" v="585" actId="478"/>
          <ac:picMkLst>
            <pc:docMk/>
            <pc:sldMk cId="3636494425" sldId="258"/>
            <ac:picMk id="5" creationId="{C5E50AA4-F82C-6E14-E269-5451494306AE}"/>
          </ac:picMkLst>
        </pc:picChg>
        <pc:picChg chg="add del">
          <ac:chgData name="Scruel Tao" userId="5ea5c98d59b44d4b" providerId="LiveId" clId="{42F73B06-DA81-4C67-8473-07E158E9C79B}" dt="2023-04-25T03:10:56.658" v="587" actId="22"/>
          <ac:picMkLst>
            <pc:docMk/>
            <pc:sldMk cId="3636494425" sldId="258"/>
            <ac:picMk id="6" creationId="{4E201ED9-0F1A-8825-D720-1B2ECE3A082B}"/>
          </ac:picMkLst>
        </pc:picChg>
        <pc:picChg chg="add del">
          <ac:chgData name="Scruel Tao" userId="5ea5c98d59b44d4b" providerId="LiveId" clId="{42F73B06-DA81-4C67-8473-07E158E9C79B}" dt="2023-04-25T03:11:01.295" v="589" actId="22"/>
          <ac:picMkLst>
            <pc:docMk/>
            <pc:sldMk cId="3636494425" sldId="258"/>
            <ac:picMk id="8" creationId="{A5393E97-7327-273F-FFB8-059909458AA8}"/>
          </ac:picMkLst>
        </pc:picChg>
        <pc:picChg chg="add mod modCrop">
          <ac:chgData name="Scruel Tao" userId="5ea5c98d59b44d4b" providerId="LiveId" clId="{42F73B06-DA81-4C67-8473-07E158E9C79B}" dt="2023-04-25T03:22:58.685" v="884" actId="1035"/>
          <ac:picMkLst>
            <pc:docMk/>
            <pc:sldMk cId="3636494425" sldId="258"/>
            <ac:picMk id="68" creationId="{50E66276-9285-8541-5867-A74B28A14697}"/>
          </ac:picMkLst>
        </pc:picChg>
      </pc:sldChg>
      <pc:sldChg chg="addSp delSp modSp mod setBg">
        <pc:chgData name="Scruel Tao" userId="5ea5c98d59b44d4b" providerId="LiveId" clId="{42F73B06-DA81-4C67-8473-07E158E9C79B}" dt="2023-04-25T02:53:33.423" v="163" actId="1076"/>
        <pc:sldMkLst>
          <pc:docMk/>
          <pc:sldMk cId="0" sldId="260"/>
        </pc:sldMkLst>
        <pc:spChg chg="add mod">
          <ac:chgData name="Scruel Tao" userId="5ea5c98d59b44d4b" providerId="LiveId" clId="{42F73B06-DA81-4C67-8473-07E158E9C79B}" dt="2023-04-25T02:46:50.579" v="40" actId="14100"/>
          <ac:spMkLst>
            <pc:docMk/>
            <pc:sldMk cId="0" sldId="260"/>
            <ac:spMk id="3" creationId="{C8068F35-EF78-6218-F528-48E9ED924DF4}"/>
          </ac:spMkLst>
        </pc:spChg>
        <pc:spChg chg="mod">
          <ac:chgData name="Scruel Tao" userId="5ea5c98d59b44d4b" providerId="LiveId" clId="{42F73B06-DA81-4C67-8473-07E158E9C79B}" dt="2023-04-25T02:53:26.055" v="159" actId="1035"/>
          <ac:spMkLst>
            <pc:docMk/>
            <pc:sldMk cId="0" sldId="260"/>
            <ac:spMk id="1227783" creationId="{F7B3941E-B689-22D6-F18C-358E4BAEDF5F}"/>
          </ac:spMkLst>
        </pc:spChg>
        <pc:spChg chg="mod">
          <ac:chgData name="Scruel Tao" userId="5ea5c98d59b44d4b" providerId="LiveId" clId="{42F73B06-DA81-4C67-8473-07E158E9C79B}" dt="2023-04-25T02:53:33.423" v="163" actId="1076"/>
          <ac:spMkLst>
            <pc:docMk/>
            <pc:sldMk cId="0" sldId="260"/>
            <ac:spMk id="1227786" creationId="{C3F4DD20-8FA3-3CB0-19B6-FE0240B92A34}"/>
          </ac:spMkLst>
        </pc:spChg>
        <pc:picChg chg="del mod">
          <ac:chgData name="Scruel Tao" userId="5ea5c98d59b44d4b" providerId="LiveId" clId="{42F73B06-DA81-4C67-8473-07E158E9C79B}" dt="2023-04-25T02:46:16.950" v="32" actId="21"/>
          <ac:picMkLst>
            <pc:docMk/>
            <pc:sldMk cId="0" sldId="260"/>
            <ac:picMk id="4" creationId="{E03AF484-A892-E4D7-A8C4-A4C7AE20944E}"/>
          </ac:picMkLst>
        </pc:picChg>
        <pc:picChg chg="add del mod">
          <ac:chgData name="Scruel Tao" userId="5ea5c98d59b44d4b" providerId="LiveId" clId="{42F73B06-DA81-4C67-8473-07E158E9C79B}" dt="2023-04-25T02:51:04.016" v="96" actId="478"/>
          <ac:picMkLst>
            <pc:docMk/>
            <pc:sldMk cId="0" sldId="260"/>
            <ac:picMk id="6" creationId="{8F6BAC62-D56B-39BA-33C7-4611D64596BC}"/>
          </ac:picMkLst>
        </pc:picChg>
        <pc:picChg chg="add del mod">
          <ac:chgData name="Scruel Tao" userId="5ea5c98d59b44d4b" providerId="LiveId" clId="{42F73B06-DA81-4C67-8473-07E158E9C79B}" dt="2023-04-25T02:47:43.315" v="45" actId="21"/>
          <ac:picMkLst>
            <pc:docMk/>
            <pc:sldMk cId="0" sldId="260"/>
            <ac:picMk id="7" creationId="{C72527C3-67E6-8459-C50A-5CD316C89F12}"/>
          </ac:picMkLst>
        </pc:picChg>
        <pc:picChg chg="add del mod">
          <ac:chgData name="Scruel Tao" userId="5ea5c98d59b44d4b" providerId="LiveId" clId="{42F73B06-DA81-4C67-8473-07E158E9C79B}" dt="2023-04-25T02:50:45.954" v="93" actId="21"/>
          <ac:picMkLst>
            <pc:docMk/>
            <pc:sldMk cId="0" sldId="260"/>
            <ac:picMk id="9" creationId="{9C9D0ECD-1A79-8980-91B8-78E845B3174D}"/>
          </ac:picMkLst>
        </pc:picChg>
        <pc:picChg chg="add mod">
          <ac:chgData name="Scruel Tao" userId="5ea5c98d59b44d4b" providerId="LiveId" clId="{42F73B06-DA81-4C67-8473-07E158E9C79B}" dt="2023-04-25T02:52:07.147" v="148" actId="1035"/>
          <ac:picMkLst>
            <pc:docMk/>
            <pc:sldMk cId="0" sldId="260"/>
            <ac:picMk id="11" creationId="{4C6E84E5-1708-27F1-0BCD-1C6D65C46764}"/>
          </ac:picMkLst>
        </pc:picChg>
      </pc:sldChg>
      <pc:sldChg chg="modSp mod">
        <pc:chgData name="Scruel Tao" userId="5ea5c98d59b44d4b" providerId="LiveId" clId="{42F73B06-DA81-4C67-8473-07E158E9C79B}" dt="2023-04-25T04:33:58.711" v="1576" actId="13926"/>
        <pc:sldMkLst>
          <pc:docMk/>
          <pc:sldMk cId="3416507657" sldId="265"/>
        </pc:sldMkLst>
        <pc:spChg chg="mod">
          <ac:chgData name="Scruel Tao" userId="5ea5c98d59b44d4b" providerId="LiveId" clId="{42F73B06-DA81-4C67-8473-07E158E9C79B}" dt="2023-04-25T04:33:58.711" v="1576" actId="13926"/>
          <ac:spMkLst>
            <pc:docMk/>
            <pc:sldMk cId="3416507657" sldId="265"/>
            <ac:spMk id="5" creationId="{334FF01F-2A65-44F6-34F9-69AC934A31D7}"/>
          </ac:spMkLst>
        </pc:spChg>
      </pc:sldChg>
      <pc:sldChg chg="addSp delSp modSp mod">
        <pc:chgData name="Scruel Tao" userId="5ea5c98d59b44d4b" providerId="LiveId" clId="{42F73B06-DA81-4C67-8473-07E158E9C79B}" dt="2023-04-25T04:24:38.061" v="1389" actId="1076"/>
        <pc:sldMkLst>
          <pc:docMk/>
          <pc:sldMk cId="192831406" sldId="270"/>
        </pc:sldMkLst>
        <pc:picChg chg="add del mod">
          <ac:chgData name="Scruel Tao" userId="5ea5c98d59b44d4b" providerId="LiveId" clId="{42F73B06-DA81-4C67-8473-07E158E9C79B}" dt="2023-04-25T04:24:24.360" v="1384" actId="478"/>
          <ac:picMkLst>
            <pc:docMk/>
            <pc:sldMk cId="192831406" sldId="270"/>
            <ac:picMk id="4" creationId="{BA240ED0-0734-A001-F383-C18129C3CB90}"/>
          </ac:picMkLst>
        </pc:picChg>
        <pc:picChg chg="add mod">
          <ac:chgData name="Scruel Tao" userId="5ea5c98d59b44d4b" providerId="LiveId" clId="{42F73B06-DA81-4C67-8473-07E158E9C79B}" dt="2023-04-25T04:24:38.061" v="1389" actId="1076"/>
          <ac:picMkLst>
            <pc:docMk/>
            <pc:sldMk cId="192831406" sldId="270"/>
            <ac:picMk id="7" creationId="{1CAC3588-E08A-3D80-6CFF-0894136F15D6}"/>
          </ac:picMkLst>
        </pc:picChg>
        <pc:picChg chg="mod">
          <ac:chgData name="Scruel Tao" userId="5ea5c98d59b44d4b" providerId="LiveId" clId="{42F73B06-DA81-4C67-8473-07E158E9C79B}" dt="2023-04-25T04:23:22.248" v="1378" actId="1076"/>
          <ac:picMkLst>
            <pc:docMk/>
            <pc:sldMk cId="192831406" sldId="270"/>
            <ac:picMk id="10" creationId="{ED7D2C24-3911-466C-3E76-669FC1671250}"/>
          </ac:picMkLst>
        </pc:picChg>
        <pc:picChg chg="del mod">
          <ac:chgData name="Scruel Tao" userId="5ea5c98d59b44d4b" providerId="LiveId" clId="{42F73B06-DA81-4C67-8473-07E158E9C79B}" dt="2023-04-25T04:23:48.612" v="1379" actId="478"/>
          <ac:picMkLst>
            <pc:docMk/>
            <pc:sldMk cId="192831406" sldId="270"/>
            <ac:picMk id="12" creationId="{A8B42638-E2EC-8913-3326-65DFC6BFA414}"/>
          </ac:picMkLst>
        </pc:picChg>
      </pc:sldChg>
      <pc:sldChg chg="addSp delSp modSp mod delAnim modAnim">
        <pc:chgData name="Scruel Tao" userId="5ea5c98d59b44d4b" providerId="LiveId" clId="{42F73B06-DA81-4C67-8473-07E158E9C79B}" dt="2023-04-25T04:29:20.121" v="1450"/>
        <pc:sldMkLst>
          <pc:docMk/>
          <pc:sldMk cId="1301849154" sldId="273"/>
        </pc:sldMkLst>
        <pc:spChg chg="mod">
          <ac:chgData name="Scruel Tao" userId="5ea5c98d59b44d4b" providerId="LiveId" clId="{42F73B06-DA81-4C67-8473-07E158E9C79B}" dt="2023-04-25T04:25:53.804" v="1402" actId="1076"/>
          <ac:spMkLst>
            <pc:docMk/>
            <pc:sldMk cId="1301849154" sldId="273"/>
            <ac:spMk id="2" creationId="{ABA783DF-49A6-7EF1-661E-C574E2C2F386}"/>
          </ac:spMkLst>
        </pc:spChg>
        <pc:spChg chg="mod">
          <ac:chgData name="Scruel Tao" userId="5ea5c98d59b44d4b" providerId="LiveId" clId="{42F73B06-DA81-4C67-8473-07E158E9C79B}" dt="2023-04-25T04:16:41.089" v="1348" actId="20577"/>
          <ac:spMkLst>
            <pc:docMk/>
            <pc:sldMk cId="1301849154" sldId="273"/>
            <ac:spMk id="5" creationId="{334FF01F-2A65-44F6-34F9-69AC934A31D7}"/>
          </ac:spMkLst>
        </pc:spChg>
        <pc:spChg chg="add del mod">
          <ac:chgData name="Scruel Tao" userId="5ea5c98d59b44d4b" providerId="LiveId" clId="{42F73B06-DA81-4C67-8473-07E158E9C79B}" dt="2023-04-25T04:16:25.041" v="1337" actId="478"/>
          <ac:spMkLst>
            <pc:docMk/>
            <pc:sldMk cId="1301849154" sldId="273"/>
            <ac:spMk id="6" creationId="{D379A5A2-B7F4-7CE4-82E1-ED8CB1E0E7F0}"/>
          </ac:spMkLst>
        </pc:spChg>
        <pc:picChg chg="del">
          <ac:chgData name="Scruel Tao" userId="5ea5c98d59b44d4b" providerId="LiveId" clId="{42F73B06-DA81-4C67-8473-07E158E9C79B}" dt="2023-04-25T04:16:06.231" v="1332" actId="21"/>
          <ac:picMkLst>
            <pc:docMk/>
            <pc:sldMk cId="1301849154" sldId="273"/>
            <ac:picMk id="4" creationId="{0A002240-4414-DA2D-96E9-81195475F4D9}"/>
          </ac:picMkLst>
        </pc:picChg>
        <pc:picChg chg="del mod">
          <ac:chgData name="Scruel Tao" userId="5ea5c98d59b44d4b" providerId="LiveId" clId="{42F73B06-DA81-4C67-8473-07E158E9C79B}" dt="2023-04-25T04:22:09.009" v="1373" actId="478"/>
          <ac:picMkLst>
            <pc:docMk/>
            <pc:sldMk cId="1301849154" sldId="273"/>
            <ac:picMk id="7" creationId="{039AB04D-EA90-8BDD-A9C6-599C7C25DC63}"/>
          </ac:picMkLst>
        </pc:picChg>
        <pc:picChg chg="add mod">
          <ac:chgData name="Scruel Tao" userId="5ea5c98d59b44d4b" providerId="LiveId" clId="{42F73B06-DA81-4C67-8473-07E158E9C79B}" dt="2023-04-25T04:28:10.588" v="1434" actId="14100"/>
          <ac:picMkLst>
            <pc:docMk/>
            <pc:sldMk cId="1301849154" sldId="273"/>
            <ac:picMk id="9" creationId="{856C34C2-C1AC-15ED-2698-F7795C446412}"/>
          </ac:picMkLst>
        </pc:picChg>
        <pc:picChg chg="del">
          <ac:chgData name="Scruel Tao" userId="5ea5c98d59b44d4b" providerId="LiveId" clId="{42F73B06-DA81-4C67-8473-07E158E9C79B}" dt="2023-04-25T04:16:04.918" v="1331" actId="21"/>
          <ac:picMkLst>
            <pc:docMk/>
            <pc:sldMk cId="1301849154" sldId="273"/>
            <ac:picMk id="11" creationId="{F56CF5C9-083E-9020-8D45-F23AB3CF38CE}"/>
          </ac:picMkLst>
        </pc:picChg>
        <pc:picChg chg="add mod">
          <ac:chgData name="Scruel Tao" userId="5ea5c98d59b44d4b" providerId="LiveId" clId="{42F73B06-DA81-4C67-8473-07E158E9C79B}" dt="2023-04-25T04:28:14.645" v="1435" actId="14100"/>
          <ac:picMkLst>
            <pc:docMk/>
            <pc:sldMk cId="1301849154" sldId="273"/>
            <ac:picMk id="12" creationId="{2335BBB0-B3B7-E025-7233-A20DDD1960BD}"/>
          </ac:picMkLst>
        </pc:picChg>
        <pc:picChg chg="add mod">
          <ac:chgData name="Scruel Tao" userId="5ea5c98d59b44d4b" providerId="LiveId" clId="{42F73B06-DA81-4C67-8473-07E158E9C79B}" dt="2023-04-25T04:28:18.732" v="1436" actId="14100"/>
          <ac:picMkLst>
            <pc:docMk/>
            <pc:sldMk cId="1301849154" sldId="273"/>
            <ac:picMk id="14" creationId="{8F029D3B-108E-907E-31CE-8D6B0831DC14}"/>
          </ac:picMkLst>
        </pc:picChg>
      </pc:sldChg>
      <pc:sldChg chg="modSp modAnim">
        <pc:chgData name="Scruel Tao" userId="5ea5c98d59b44d4b" providerId="LiveId" clId="{42F73B06-DA81-4C67-8473-07E158E9C79B}" dt="2023-04-25T04:33:38.940" v="1574" actId="20578"/>
        <pc:sldMkLst>
          <pc:docMk/>
          <pc:sldMk cId="1525970791" sldId="275"/>
        </pc:sldMkLst>
        <pc:spChg chg="mod">
          <ac:chgData name="Scruel Tao" userId="5ea5c98d59b44d4b" providerId="LiveId" clId="{42F73B06-DA81-4C67-8473-07E158E9C79B}" dt="2023-04-25T04:33:36.991" v="1573" actId="20578"/>
          <ac:spMkLst>
            <pc:docMk/>
            <pc:sldMk cId="1525970791" sldId="275"/>
            <ac:spMk id="5" creationId="{334FF01F-2A65-44F6-34F9-69AC934A31D7}"/>
          </ac:spMkLst>
        </pc:spChg>
      </pc:sldChg>
      <pc:sldChg chg="modSp add mod modAnim modNotesTx">
        <pc:chgData name="Scruel Tao" userId="5ea5c98d59b44d4b" providerId="LiveId" clId="{42F73B06-DA81-4C67-8473-07E158E9C79B}" dt="2023-04-25T04:43:34.245" v="2583" actId="20577"/>
        <pc:sldMkLst>
          <pc:docMk/>
          <pc:sldMk cId="1751565490" sldId="276"/>
        </pc:sldMkLst>
        <pc:spChg chg="mod">
          <ac:chgData name="Scruel Tao" userId="5ea5c98d59b44d4b" providerId="LiveId" clId="{42F73B06-DA81-4C67-8473-07E158E9C79B}" dt="2023-04-25T02:59:39.051" v="198" actId="20577"/>
          <ac:spMkLst>
            <pc:docMk/>
            <pc:sldMk cId="1751565490" sldId="276"/>
            <ac:spMk id="2" creationId="{ABA783DF-49A6-7EF1-661E-C574E2C2F386}"/>
          </ac:spMkLst>
        </pc:spChg>
        <pc:spChg chg="mod">
          <ac:chgData name="Scruel Tao" userId="5ea5c98d59b44d4b" providerId="LiveId" clId="{42F73B06-DA81-4C67-8473-07E158E9C79B}" dt="2023-04-25T04:43:34.245" v="2583" actId="20577"/>
          <ac:spMkLst>
            <pc:docMk/>
            <pc:sldMk cId="1751565490" sldId="276"/>
            <ac:spMk id="3" creationId="{9E0BA8B8-92DA-1AC9-79B9-A552D184BB54}"/>
          </ac:spMkLst>
        </pc:spChg>
      </pc:sldChg>
      <pc:sldChg chg="delSp modSp add del mod delAnim">
        <pc:chgData name="Scruel Tao" userId="5ea5c98d59b44d4b" providerId="LiveId" clId="{42F73B06-DA81-4C67-8473-07E158E9C79B}" dt="2023-04-25T04:28:31.173" v="1437" actId="47"/>
        <pc:sldMkLst>
          <pc:docMk/>
          <pc:sldMk cId="1867533738" sldId="277"/>
        </pc:sldMkLst>
        <pc:picChg chg="mod">
          <ac:chgData name="Scruel Tao" userId="5ea5c98d59b44d4b" providerId="LiveId" clId="{42F73B06-DA81-4C67-8473-07E158E9C79B}" dt="2023-04-25T04:16:59.169" v="1350" actId="1076"/>
          <ac:picMkLst>
            <pc:docMk/>
            <pc:sldMk cId="1867533738" sldId="277"/>
            <ac:picMk id="4" creationId="{0A002240-4414-DA2D-96E9-81195475F4D9}"/>
          </ac:picMkLst>
        </pc:picChg>
        <pc:picChg chg="del mod">
          <ac:chgData name="Scruel Tao" userId="5ea5c98d59b44d4b" providerId="LiveId" clId="{42F73B06-DA81-4C67-8473-07E158E9C79B}" dt="2023-04-25T04:16:17.170" v="1335" actId="21"/>
          <ac:picMkLst>
            <pc:docMk/>
            <pc:sldMk cId="1867533738" sldId="277"/>
            <ac:picMk id="7" creationId="{039AB04D-EA90-8BDD-A9C6-599C7C25DC63}"/>
          </ac:picMkLst>
        </pc:picChg>
        <pc:picChg chg="mod">
          <ac:chgData name="Scruel Tao" userId="5ea5c98d59b44d4b" providerId="LiveId" clId="{42F73B06-DA81-4C67-8473-07E158E9C79B}" dt="2023-04-25T04:16:15.098" v="1333" actId="1076"/>
          <ac:picMkLst>
            <pc:docMk/>
            <pc:sldMk cId="1867533738" sldId="277"/>
            <ac:picMk id="11" creationId="{F56CF5C9-083E-9020-8D45-F23AB3CF38CE}"/>
          </ac:picMkLst>
        </pc:picChg>
      </pc:sldChg>
      <pc:sldChg chg="delSp modSp add del mod ord delAnim modAnim">
        <pc:chgData name="Scruel Tao" userId="5ea5c98d59b44d4b" providerId="LiveId" clId="{42F73B06-DA81-4C67-8473-07E158E9C79B}" dt="2023-04-25T04:28:33.324" v="1438" actId="47"/>
        <pc:sldMkLst>
          <pc:docMk/>
          <pc:sldMk cId="652576724" sldId="278"/>
        </pc:sldMkLst>
        <pc:spChg chg="mod">
          <ac:chgData name="Scruel Tao" userId="5ea5c98d59b44d4b" providerId="LiveId" clId="{42F73B06-DA81-4C67-8473-07E158E9C79B}" dt="2023-04-25T04:18:00.412" v="1369" actId="1076"/>
          <ac:spMkLst>
            <pc:docMk/>
            <pc:sldMk cId="652576724" sldId="278"/>
            <ac:spMk id="5" creationId="{334FF01F-2A65-44F6-34F9-69AC934A31D7}"/>
          </ac:spMkLst>
        </pc:spChg>
        <pc:picChg chg="mod">
          <ac:chgData name="Scruel Tao" userId="5ea5c98d59b44d4b" providerId="LiveId" clId="{42F73B06-DA81-4C67-8473-07E158E9C79B}" dt="2023-04-25T04:18:10.404" v="1371" actId="1076"/>
          <ac:picMkLst>
            <pc:docMk/>
            <pc:sldMk cId="652576724" sldId="278"/>
            <ac:picMk id="4" creationId="{0A002240-4414-DA2D-96E9-81195475F4D9}"/>
          </ac:picMkLst>
        </pc:picChg>
        <pc:picChg chg="del">
          <ac:chgData name="Scruel Tao" userId="5ea5c98d59b44d4b" providerId="LiveId" clId="{42F73B06-DA81-4C67-8473-07E158E9C79B}" dt="2023-04-25T04:17:14.096" v="1359" actId="478"/>
          <ac:picMkLst>
            <pc:docMk/>
            <pc:sldMk cId="652576724" sldId="278"/>
            <ac:picMk id="11" creationId="{F56CF5C9-083E-9020-8D45-F23AB3CF38CE}"/>
          </ac:picMkLst>
        </pc:picChg>
      </pc:sldChg>
      <pc:sldMasterChg chg="modSldLayout">
        <pc:chgData name="Scruel Tao" userId="5ea5c98d59b44d4b" providerId="LiveId" clId="{42F73B06-DA81-4C67-8473-07E158E9C79B}" dt="2023-04-25T04:46:11.808" v="2598" actId="21"/>
        <pc:sldMasterMkLst>
          <pc:docMk/>
          <pc:sldMasterMk cId="1766057859" sldId="2147483648"/>
        </pc:sldMasterMkLst>
        <pc:sldLayoutChg chg="addSp delSp modSp mod">
          <pc:chgData name="Scruel Tao" userId="5ea5c98d59b44d4b" providerId="LiveId" clId="{42F73B06-DA81-4C67-8473-07E158E9C79B}" dt="2023-04-25T04:46:11.808" v="2598" actId="21"/>
          <pc:sldLayoutMkLst>
            <pc:docMk/>
            <pc:sldMasterMk cId="1766057859" sldId="2147483648"/>
            <pc:sldLayoutMk cId="2116765151" sldId="2147483650"/>
          </pc:sldLayoutMkLst>
          <pc:spChg chg="mod">
            <ac:chgData name="Scruel Tao" userId="5ea5c98d59b44d4b" providerId="LiveId" clId="{42F73B06-DA81-4C67-8473-07E158E9C79B}" dt="2023-04-25T03:04:17.371" v="475" actId="1036"/>
            <ac:spMkLst>
              <pc:docMk/>
              <pc:sldMasterMk cId="1766057859" sldId="2147483648"/>
              <pc:sldLayoutMk cId="2116765151" sldId="2147483650"/>
              <ac:spMk id="2" creationId="{9556AB55-80C6-28AF-0C73-3819184EC6FC}"/>
            </ac:spMkLst>
          </pc:spChg>
          <pc:spChg chg="mod">
            <ac:chgData name="Scruel Tao" userId="5ea5c98d59b44d4b" providerId="LiveId" clId="{42F73B06-DA81-4C67-8473-07E158E9C79B}" dt="2023-04-25T03:04:19.618" v="480" actId="1036"/>
            <ac:spMkLst>
              <pc:docMk/>
              <pc:sldMasterMk cId="1766057859" sldId="2147483648"/>
              <pc:sldLayoutMk cId="2116765151" sldId="2147483650"/>
              <ac:spMk id="3" creationId="{9C7469E7-ED7E-A1F2-48AF-DF31AAC06407}"/>
            </ac:spMkLst>
          </pc:spChg>
          <pc:spChg chg="add mod">
            <ac:chgData name="Scruel Tao" userId="5ea5c98d59b44d4b" providerId="LiveId" clId="{42F73B06-DA81-4C67-8473-07E158E9C79B}" dt="2023-04-25T02:54:57.108" v="167"/>
            <ac:spMkLst>
              <pc:docMk/>
              <pc:sldMasterMk cId="1766057859" sldId="2147483648"/>
              <pc:sldLayoutMk cId="2116765151" sldId="2147483650"/>
              <ac:spMk id="7" creationId="{CC508A81-C1C7-B1D4-63BC-4C397A9B30DA}"/>
            </ac:spMkLst>
          </pc:spChg>
          <pc:spChg chg="add del mod">
            <ac:chgData name="Scruel Tao" userId="5ea5c98d59b44d4b" providerId="LiveId" clId="{42F73B06-DA81-4C67-8473-07E158E9C79B}" dt="2023-04-25T04:46:11.808" v="2598" actId="21"/>
            <ac:spMkLst>
              <pc:docMk/>
              <pc:sldMasterMk cId="1766057859" sldId="2147483648"/>
              <pc:sldLayoutMk cId="2116765151" sldId="2147483650"/>
              <ac:spMk id="8" creationId="{7937C967-209E-6EA9-70B0-A293E9C7384E}"/>
            </ac:spMkLst>
          </pc:spChg>
        </pc:sldLayoutChg>
        <pc:sldLayoutChg chg="addSp modSp mod">
          <pc:chgData name="Scruel Tao" userId="5ea5c98d59b44d4b" providerId="LiveId" clId="{42F73B06-DA81-4C67-8473-07E158E9C79B}" dt="2023-04-25T03:04:13.005" v="473" actId="1036"/>
          <pc:sldLayoutMkLst>
            <pc:docMk/>
            <pc:sldMasterMk cId="1766057859" sldId="2147483648"/>
            <pc:sldLayoutMk cId="2296489930" sldId="2147483652"/>
          </pc:sldLayoutMkLst>
          <pc:spChg chg="mod">
            <ac:chgData name="Scruel Tao" userId="5ea5c98d59b44d4b" providerId="LiveId" clId="{42F73B06-DA81-4C67-8473-07E158E9C79B}" dt="2023-04-25T03:04:09.093" v="469" actId="1036"/>
            <ac:spMkLst>
              <pc:docMk/>
              <pc:sldMasterMk cId="1766057859" sldId="2147483648"/>
              <pc:sldLayoutMk cId="2296489930" sldId="2147483652"/>
              <ac:spMk id="2" creationId="{CC2F2AEB-03A9-6F28-C6C8-209647EB94BF}"/>
            </ac:spMkLst>
          </pc:spChg>
          <pc:spChg chg="mod">
            <ac:chgData name="Scruel Tao" userId="5ea5c98d59b44d4b" providerId="LiveId" clId="{42F73B06-DA81-4C67-8473-07E158E9C79B}" dt="2023-04-25T03:04:11.009" v="471" actId="1036"/>
            <ac:spMkLst>
              <pc:docMk/>
              <pc:sldMasterMk cId="1766057859" sldId="2147483648"/>
              <pc:sldLayoutMk cId="2296489930" sldId="2147483652"/>
              <ac:spMk id="3" creationId="{FA361A1F-DD24-D4DC-FDF8-14089EDC7CAD}"/>
            </ac:spMkLst>
          </pc:spChg>
          <pc:spChg chg="mod">
            <ac:chgData name="Scruel Tao" userId="5ea5c98d59b44d4b" providerId="LiveId" clId="{42F73B06-DA81-4C67-8473-07E158E9C79B}" dt="2023-04-25T03:04:13.005" v="473" actId="1036"/>
            <ac:spMkLst>
              <pc:docMk/>
              <pc:sldMasterMk cId="1766057859" sldId="2147483648"/>
              <pc:sldLayoutMk cId="2296489930" sldId="2147483652"/>
              <ac:spMk id="4" creationId="{F7656781-5A02-AEE4-2F0C-71BC7C17E38F}"/>
            </ac:spMkLst>
          </pc:spChg>
          <pc:spChg chg="add mod">
            <ac:chgData name="Scruel Tao" userId="5ea5c98d59b44d4b" providerId="LiveId" clId="{42F73B06-DA81-4C67-8473-07E158E9C79B}" dt="2023-04-25T02:54:08.050" v="166"/>
            <ac:spMkLst>
              <pc:docMk/>
              <pc:sldMasterMk cId="1766057859" sldId="2147483648"/>
              <pc:sldLayoutMk cId="2296489930" sldId="2147483652"/>
              <ac:spMk id="8" creationId="{C5A5C420-1B53-618C-C968-A8FEF109459A}"/>
            </ac:spMkLst>
          </pc:spChg>
        </pc:sldLayoutChg>
        <pc:sldLayoutChg chg="delSp">
          <pc:chgData name="Scruel Tao" userId="5ea5c98d59b44d4b" providerId="LiveId" clId="{42F73B06-DA81-4C67-8473-07E158E9C79B}" dt="2023-04-25T02:47:33.665" v="42" actId="21"/>
          <pc:sldLayoutMkLst>
            <pc:docMk/>
            <pc:sldMasterMk cId="1766057859" sldId="2147483648"/>
            <pc:sldLayoutMk cId="1337634028" sldId="2147483660"/>
          </pc:sldLayoutMkLst>
          <pc:picChg chg="del">
            <ac:chgData name="Scruel Tao" userId="5ea5c98d59b44d4b" providerId="LiveId" clId="{42F73B06-DA81-4C67-8473-07E158E9C79B}" dt="2023-04-25T02:47:33.665" v="42" actId="21"/>
            <ac:picMkLst>
              <pc:docMk/>
              <pc:sldMasterMk cId="1766057859" sldId="2147483648"/>
              <pc:sldLayoutMk cId="1337634028" sldId="2147483660"/>
              <ac:picMk id="19482" creationId="{8F2B9C9A-7CA4-5723-784E-DBADCF09186B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65EBAEA-6632-7E81-8436-830E6D2234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A81A91-12D1-824D-ADFF-5D5FBB8F6CB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7E1972-C479-4420-A687-8FB83BA90DEB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5C49648-B935-1970-3261-748199070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1E7B1C-9405-A617-3D20-18665B94A8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FD17D-6499-4907-B002-36969A876F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133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7AB8D-BCC0-43C6-B24C-055A25DB558F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1CBA2-7C9E-4AD6-B258-A0DB055BB3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333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可选拓展建议配合阅读</a:t>
            </a:r>
            <a:r>
              <a:rPr lang="en-US" altLang="zh-CN" dirty="0"/>
              <a:t>《</a:t>
            </a:r>
            <a:r>
              <a:rPr lang="zh-CN" altLang="en-US" dirty="0"/>
              <a:t>流畅的 </a:t>
            </a:r>
            <a:r>
              <a:rPr lang="en-US" altLang="zh-CN" dirty="0"/>
              <a:t>Python》</a:t>
            </a:r>
            <a:r>
              <a:rPr lang="zh-CN" altLang="en-US" dirty="0"/>
              <a:t>等进阶书籍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1CBA2-7C9E-4AD6-B258-A0DB055BB3A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52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BBA575-D5C0-793D-9EB5-4BF72F613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BA9DE-7463-5426-C089-D5DE20F13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DBAF9-43D9-31CF-C11D-5BD959652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927729-5DE1-5955-BE9F-8F11B120E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A15336-B2A9-DF29-984F-2A88271D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49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6AB55-80C6-28AF-0C73-3819184EC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7162"/>
            <a:ext cx="10515600" cy="1009651"/>
          </a:xfrm>
        </p:spPr>
        <p:txBody>
          <a:bodyPr/>
          <a:lstStyle>
            <a:lvl1pPr>
              <a:defRPr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7469E7-ED7E-A1F2-48AF-DF31AAC06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0940"/>
            <a:ext cx="10515600" cy="4351338"/>
          </a:xfrm>
        </p:spPr>
        <p:txBody>
          <a:bodyPr/>
          <a:lstStyle>
            <a:lvl1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4C8C0-B4E8-90DD-C729-FCF6095E7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047B1A-DA23-745E-2167-51E340BD6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4A8E2B-9E0B-8F82-47F1-FA59F47B7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CD0BD6-7E53-8C38-3FC6-4399F3FA7741}"/>
              </a:ext>
            </a:extLst>
          </p:cNvPr>
          <p:cNvSpPr/>
          <p:nvPr userDrawn="1"/>
        </p:nvSpPr>
        <p:spPr>
          <a:xfrm>
            <a:off x="-14515" y="-14515"/>
            <a:ext cx="12206515" cy="527861"/>
          </a:xfrm>
          <a:prstGeom prst="rect">
            <a:avLst/>
          </a:prstGeom>
          <a:solidFill>
            <a:srgbClr val="008AB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765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EB28C-3F72-CDD3-5D16-1E16C588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9F744F-32A9-81DD-7628-9A7D74A23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A17AC9-4374-B422-869A-1EB4A4EA8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04275A-E69C-15B3-1353-832AA796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532250-1E9E-9EED-08DA-B2FF0B61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44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F2AEB-03A9-6F28-C6C8-209647EB9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4100"/>
            <a:ext cx="10515600" cy="1009651"/>
          </a:xfrm>
        </p:spPr>
        <p:txBody>
          <a:bodyPr/>
          <a:lstStyle>
            <a:lvl1pPr>
              <a:defRPr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361A1F-DD24-D4DC-FDF8-14089EDC7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04003"/>
            <a:ext cx="5181600" cy="4351338"/>
          </a:xfrm>
        </p:spPr>
        <p:txBody>
          <a:bodyPr/>
          <a:lstStyle>
            <a:lvl1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656781-5A02-AEE4-2F0C-71BC7C17E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04003"/>
            <a:ext cx="5181600" cy="4351338"/>
          </a:xfrm>
        </p:spPr>
        <p:txBody>
          <a:bodyPr/>
          <a:lstStyle>
            <a:lvl1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>
              <a:defRPr baseline="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676A6B-BD04-FC0B-7815-FDE87EE2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05AC1A-94C4-EAEA-C62E-5815037B3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08E0B6-FCF0-04E3-2DB1-08399460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F390AA-4B93-DD05-E2BA-A92585A95DFC}"/>
              </a:ext>
            </a:extLst>
          </p:cNvPr>
          <p:cNvSpPr/>
          <p:nvPr userDrawn="1"/>
        </p:nvSpPr>
        <p:spPr>
          <a:xfrm>
            <a:off x="-14515" y="-14515"/>
            <a:ext cx="12206515" cy="527861"/>
          </a:xfrm>
          <a:prstGeom prst="rect">
            <a:avLst/>
          </a:prstGeom>
          <a:solidFill>
            <a:srgbClr val="008AB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48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3916C-6DCC-ADAB-048D-325A085F6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0D428C-C051-1516-AC64-652A2E770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30A199-58B7-6D42-8988-C232C6B5C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3A642A-B7BD-950D-B4AA-1BC78BF37E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8C78E9C-6ACC-BFB0-AEF6-0FE4900E25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BCA8CB-91E0-37C7-25C4-A5000F57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DF0199-FFA2-DDDF-3BC2-D834E558F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EF8192-125E-AF1A-D66A-720E8A0A4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74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E69E0-457E-1E0F-BFFB-A38F14998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D99D4C-E550-031C-D4D1-6AFF658E5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14AC80-6964-97CC-FAB6-312C87CC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06F104-732D-9A6D-CFAD-EFE5A7F8E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34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C4EE6F-B252-B986-30B5-527F6480A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FBBD3D-B7E2-1AE2-3D29-9333999A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02B4A5-B02A-7558-A812-EAF577D1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871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D4D8D-4E2C-DC7C-4B4A-10A754604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59D91E-E9CB-6D64-B158-E14E26C7F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A23590-202A-7669-3972-F438E6605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28CB70-BB19-BF73-2B97-62A858A1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0EAFB4-7671-10EC-40A1-FB6F255DD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FE06E8-796F-1BD2-F1C0-0CB46949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120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723636-5BFB-9B89-D548-478FE78D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F2CC4F-F442-3901-D679-065B49663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18708A-29E4-0AB9-B3AF-45B892FE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A5FD7D-CE0A-C10C-B6E1-04C1DDA03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8E6D89-7722-3471-DDE1-CD223E223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82D659-EAE7-E7BE-8BC8-8699E91D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517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22DC8-6B35-C975-22C8-B3298033D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9F43DA-D779-A136-4325-810237DC0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5D4F0-A170-72F5-ABE2-26E8E349B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721F31-68E9-0C2C-A716-40353258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C5061D-50F1-263D-AB95-F04019BA8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65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6AC9B8-D5F0-84E6-669C-3B9A054F3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10BC7E-A149-EAAC-57ED-7996E21F6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1C6242-5462-E5F3-A40E-9EBCD0794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1228B-0167-4061-A906-8575043315EE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E4B585-AA73-BB44-DEB3-BB4480930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98AF67-4FAF-6DD6-7F23-7AA91253C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CDCDE-2988-4CF5-8202-66A715314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972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5AE4A4-62F2-5D7F-57E9-5E09F3804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26869B-FDA6-3DC1-E605-151557D67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68A69-93F9-9115-B417-2F030227D1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1228B-0167-4061-A906-8575043315EE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80F278-07E3-D762-2656-D67508C04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6F7F67-2D57-182E-C174-5AAC8C4D1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CDCDE-2988-4CF5-8202-66A715314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057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783DF-49A6-7EF1-661E-C574E2C2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4F4F4F"/>
                </a:solidFill>
                <a:effectLst/>
                <a:latin typeface="PingFang SC"/>
              </a:rPr>
              <a:t>分立元件实验三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BA8B8-92DA-1AC9-79B9-A552D184B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1" i="0" dirty="0">
                <a:solidFill>
                  <a:srgbClr val="0D0016"/>
                </a:solidFill>
                <a:effectLst/>
                <a:latin typeface="-apple-system"/>
              </a:rPr>
              <a:t>延迟式电子门铃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7215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869B5-631B-3548-36CE-E9292FDD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电路图</a:t>
            </a:r>
            <a:endParaRPr lang="LID4096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D1E55D0-E667-5012-4B64-CD5306D02B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77946" y="1890713"/>
            <a:ext cx="7436108" cy="4351337"/>
          </a:xfrm>
        </p:spPr>
      </p:pic>
    </p:spTree>
    <p:extLst>
      <p:ext uri="{BB962C8B-B14F-4D97-AF65-F5344CB8AC3E}">
        <p14:creationId xmlns:p14="http://schemas.microsoft.com/office/powerpoint/2010/main" val="1248256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FBB8B-013E-0536-5C2C-072FE317E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原理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7C09F1-71E3-D6D5-1F77-6A1CF5568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三极管</a:t>
            </a:r>
            <a:r>
              <a:rPr lang="en-US" altLang="zh-CN" dirty="0"/>
              <a:t>VI</a:t>
            </a:r>
            <a:r>
              <a:rPr lang="zh-CN" altLang="en-US" dirty="0"/>
              <a:t>、</a:t>
            </a:r>
            <a:r>
              <a:rPr lang="en-US" altLang="zh-CN" dirty="0"/>
              <a:t>V2</a:t>
            </a:r>
            <a:r>
              <a:rPr lang="zh-CN" altLang="en-US" dirty="0"/>
              <a:t>构成一个延迟开关电路，当开关</a:t>
            </a:r>
            <a:r>
              <a:rPr lang="en-US" altLang="zh-CN" dirty="0"/>
              <a:t>S1</a:t>
            </a:r>
            <a:r>
              <a:rPr lang="zh-CN" altLang="en-US" dirty="0"/>
              <a:t>被按下时，电源通过</a:t>
            </a:r>
            <a:r>
              <a:rPr lang="en-US" altLang="zh-CN" dirty="0"/>
              <a:t>S1</a:t>
            </a:r>
            <a:r>
              <a:rPr lang="zh-CN" altLang="en-US" dirty="0"/>
              <a:t>向电容</a:t>
            </a:r>
            <a:r>
              <a:rPr lang="en-US" altLang="zh-CN" dirty="0"/>
              <a:t>C1</a:t>
            </a:r>
            <a:r>
              <a:rPr lang="zh-CN" altLang="en-US" dirty="0"/>
              <a:t>充电，由于充电时间常数较小，</a:t>
            </a:r>
            <a:r>
              <a:rPr lang="en-US" altLang="zh-CN" dirty="0"/>
              <a:t>CI</a:t>
            </a:r>
            <a:r>
              <a:rPr lang="zh-CN" altLang="en-US" dirty="0"/>
              <a:t>两端很快就充到电源电压，</a:t>
            </a:r>
            <a:r>
              <a:rPr lang="en-US" altLang="zh-CN" dirty="0"/>
              <a:t>V1</a:t>
            </a:r>
            <a:r>
              <a:rPr lang="zh-CN" altLang="en-US" dirty="0"/>
              <a:t>通过</a:t>
            </a:r>
            <a:r>
              <a:rPr lang="en-US" altLang="zh-CN" dirty="0"/>
              <a:t>R1</a:t>
            </a:r>
            <a:r>
              <a:rPr lang="zh-CN" altLang="en-US" dirty="0"/>
              <a:t>、</a:t>
            </a:r>
            <a:r>
              <a:rPr lang="en-US" altLang="zh-CN" dirty="0"/>
              <a:t>SI</a:t>
            </a:r>
            <a:r>
              <a:rPr lang="zh-CN" altLang="en-US" dirty="0"/>
              <a:t>获得偏流，其发射极电流在电阻</a:t>
            </a:r>
            <a:r>
              <a:rPr lang="en-US" altLang="zh-CN" dirty="0"/>
              <a:t>R2</a:t>
            </a:r>
            <a:r>
              <a:rPr lang="zh-CN" altLang="en-US" dirty="0"/>
              <a:t>两端产生压降，当压降大于</a:t>
            </a:r>
            <a:r>
              <a:rPr lang="en-US" altLang="zh-CN" dirty="0"/>
              <a:t>0.7V</a:t>
            </a:r>
            <a:r>
              <a:rPr lang="zh-CN" altLang="en-US" dirty="0"/>
              <a:t>时，</a:t>
            </a:r>
            <a:r>
              <a:rPr lang="en-US" altLang="zh-CN" dirty="0"/>
              <a:t>V2</a:t>
            </a:r>
            <a:r>
              <a:rPr lang="zh-CN" altLang="en-US" dirty="0"/>
              <a:t>即开始导通，同时</a:t>
            </a:r>
            <a:r>
              <a:rPr lang="en-US" altLang="zh-CN" dirty="0"/>
              <a:t>V3</a:t>
            </a:r>
            <a:r>
              <a:rPr lang="zh-CN" altLang="en-US" dirty="0"/>
              <a:t>、</a:t>
            </a:r>
            <a:r>
              <a:rPr lang="en-US" altLang="zh-CN" dirty="0"/>
              <a:t>V4</a:t>
            </a:r>
            <a:r>
              <a:rPr lang="zh-CN" altLang="en-US" dirty="0"/>
              <a:t>组成的对称型无稳态自激多谐音频振荡器得电开始工作，</a:t>
            </a:r>
            <a:r>
              <a:rPr lang="en-US" altLang="zh-CN" dirty="0"/>
              <a:t>V4</a:t>
            </a:r>
            <a:r>
              <a:rPr lang="zh-CN" altLang="en-US" dirty="0"/>
              <a:t>集电极输出方波音频信号，经</a:t>
            </a:r>
            <a:r>
              <a:rPr lang="en-US" altLang="zh-CN" dirty="0"/>
              <a:t>R7</a:t>
            </a:r>
            <a:r>
              <a:rPr lang="zh-CN" altLang="en-US" dirty="0"/>
              <a:t>加至功率放大管</a:t>
            </a:r>
            <a:r>
              <a:rPr lang="en-US" altLang="zh-CN" dirty="0"/>
              <a:t>VS</a:t>
            </a:r>
            <a:r>
              <a:rPr lang="zh-CN" altLang="en-US" dirty="0"/>
              <a:t>的基极，经</a:t>
            </a:r>
            <a:r>
              <a:rPr lang="en-US" altLang="zh-CN" dirty="0"/>
              <a:t>VS</a:t>
            </a:r>
            <a:r>
              <a:rPr lang="zh-CN" altLang="en-US" dirty="0"/>
              <a:t>进行功率放大后推动扬声器</a:t>
            </a:r>
            <a:r>
              <a:rPr lang="en-US" altLang="zh-CN" dirty="0"/>
              <a:t>BP</a:t>
            </a:r>
            <a:r>
              <a:rPr lang="zh-CN" altLang="en-US" dirty="0"/>
              <a:t>发声。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96505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2D93A-45A8-229C-182D-E9BD23103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原理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84EA29-3D47-FF8B-9797-ABA96ED7A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当松开</a:t>
            </a:r>
            <a:r>
              <a:rPr lang="en-US" altLang="zh-CN" dirty="0"/>
              <a:t>S1</a:t>
            </a:r>
            <a:r>
              <a:rPr lang="zh-CN" altLang="en-US" dirty="0"/>
              <a:t>后，</a:t>
            </a:r>
            <a:r>
              <a:rPr lang="en-US" altLang="zh-CN" dirty="0"/>
              <a:t>C1</a:t>
            </a:r>
            <a:r>
              <a:rPr lang="zh-CN" altLang="en-US" dirty="0"/>
              <a:t>存储的电荷就通过</a:t>
            </a:r>
            <a:r>
              <a:rPr lang="en-US" altLang="zh-CN" dirty="0"/>
              <a:t>RI</a:t>
            </a:r>
            <a:r>
              <a:rPr lang="zh-CN" altLang="en-US" dirty="0"/>
              <a:t>向</a:t>
            </a:r>
            <a:r>
              <a:rPr lang="en-US" altLang="zh-CN" dirty="0"/>
              <a:t>VI</a:t>
            </a:r>
            <a:r>
              <a:rPr lang="zh-CN" altLang="en-US" dirty="0"/>
              <a:t>基极放电，使</a:t>
            </a:r>
            <a:r>
              <a:rPr lang="en-US" altLang="zh-CN" dirty="0"/>
              <a:t>VI</a:t>
            </a:r>
            <a:r>
              <a:rPr lang="zh-CN" altLang="en-US" dirty="0"/>
              <a:t>、</a:t>
            </a:r>
            <a:r>
              <a:rPr lang="en-US" altLang="zh-CN" dirty="0"/>
              <a:t>V2</a:t>
            </a:r>
            <a:r>
              <a:rPr lang="zh-CN" altLang="en-US" dirty="0"/>
              <a:t>继续维持导通状态，</a:t>
            </a:r>
            <a:r>
              <a:rPr lang="en-US" altLang="zh-CN" dirty="0"/>
              <a:t>V3</a:t>
            </a:r>
            <a:r>
              <a:rPr lang="zh-CN" altLang="en-US" dirty="0"/>
              <a:t>、</a:t>
            </a:r>
            <a:r>
              <a:rPr lang="en-US" altLang="zh-CN" dirty="0"/>
              <a:t>V4</a:t>
            </a:r>
            <a:r>
              <a:rPr lang="zh-CN" altLang="en-US" dirty="0"/>
              <a:t>振荡器仍能维持振荡，所以响声仍能持续。</a:t>
            </a:r>
            <a:r>
              <a:rPr lang="en-US" altLang="zh-CN" dirty="0"/>
              <a:t>CI</a:t>
            </a:r>
            <a:r>
              <a:rPr lang="zh-CN" altLang="en-US" dirty="0"/>
              <a:t>电荷基本放完时，</a:t>
            </a:r>
            <a:r>
              <a:rPr lang="en-US" altLang="zh-CN" dirty="0"/>
              <a:t>VI</a:t>
            </a:r>
            <a:r>
              <a:rPr lang="zh-CN" altLang="en-US" dirty="0"/>
              <a:t>、</a:t>
            </a:r>
            <a:r>
              <a:rPr lang="en-US" altLang="zh-CN" dirty="0"/>
              <a:t>V2</a:t>
            </a:r>
            <a:r>
              <a:rPr lang="zh-CN" altLang="en-US" dirty="0"/>
              <a:t>恢复截止，振荡器停止振荡，门铃恢复到原来的静止状态。</a:t>
            </a:r>
          </a:p>
        </p:txBody>
      </p:sp>
    </p:spTree>
    <p:extLst>
      <p:ext uri="{BB962C8B-B14F-4D97-AF65-F5344CB8AC3E}">
        <p14:creationId xmlns:p14="http://schemas.microsoft.com/office/powerpoint/2010/main" val="207114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C80DBE-3286-054D-F108-F4EBAE6D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装配图</a:t>
            </a:r>
            <a:endParaRPr lang="LID4096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4A66861-AF00-456B-E12F-23C6469A6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19233" y="1890713"/>
            <a:ext cx="6153534" cy="4351337"/>
          </a:xfrm>
        </p:spPr>
      </p:pic>
    </p:spTree>
    <p:extLst>
      <p:ext uri="{BB962C8B-B14F-4D97-AF65-F5344CB8AC3E}">
        <p14:creationId xmlns:p14="http://schemas.microsoft.com/office/powerpoint/2010/main" val="246932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FAF81-2CF5-EFEB-45F4-B1A9F1CD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装配提醒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39EF70-C6AB-C011-7F4B-5FF503003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电路延迟时间由</a:t>
            </a:r>
            <a:r>
              <a:rPr lang="en-US" altLang="zh-CN" dirty="0"/>
              <a:t>C1</a:t>
            </a:r>
            <a:r>
              <a:rPr lang="zh-CN" altLang="en-US" dirty="0"/>
              <a:t>的容量和</a:t>
            </a:r>
            <a:r>
              <a:rPr lang="en-US" altLang="zh-CN" dirty="0"/>
              <a:t>R1</a:t>
            </a:r>
            <a:r>
              <a:rPr lang="zh-CN" altLang="en-US" dirty="0"/>
              <a:t>的阻值决定，取值越大延迟时间越长，同时更改</a:t>
            </a:r>
            <a:r>
              <a:rPr lang="en-US" altLang="zh-CN" dirty="0"/>
              <a:t>R4</a:t>
            </a:r>
            <a:r>
              <a:rPr lang="zh-CN" altLang="en-US" dirty="0"/>
              <a:t>、</a:t>
            </a:r>
            <a:r>
              <a:rPr lang="en-US" altLang="zh-CN" dirty="0"/>
              <a:t>RS</a:t>
            </a:r>
            <a:r>
              <a:rPr lang="zh-CN" altLang="en-US" dirty="0"/>
              <a:t>的阻值，或同时更改</a:t>
            </a:r>
            <a:r>
              <a:rPr lang="en-US" altLang="zh-CN" dirty="0"/>
              <a:t>C3</a:t>
            </a:r>
            <a:r>
              <a:rPr lang="zh-CN" altLang="en-US" dirty="0"/>
              <a:t>、</a:t>
            </a:r>
            <a:r>
              <a:rPr lang="en-US" altLang="zh-CN" dirty="0"/>
              <a:t>C4</a:t>
            </a:r>
            <a:r>
              <a:rPr lang="zh-CN" altLang="en-US" dirty="0"/>
              <a:t>的电容值，可以调节振荡器的振荡频率，即改变门铃发声的音调高低，平时电路处于静止状态，</a:t>
            </a:r>
            <a:r>
              <a:rPr lang="en-US" altLang="zh-CN" dirty="0"/>
              <a:t>VI~V5</a:t>
            </a:r>
            <a:r>
              <a:rPr lang="zh-CN" altLang="en-US" dirty="0"/>
              <a:t>均处于概止状态，扬声器</a:t>
            </a:r>
            <a:r>
              <a:rPr lang="en-US" altLang="zh-CN" dirty="0"/>
              <a:t>BP</a:t>
            </a:r>
            <a:r>
              <a:rPr lang="zh-CN" altLang="en-US" dirty="0"/>
              <a:t>无声，电路基本不耗电。在视频演示中，通过先接通、再断开找码开关，来模报</a:t>
            </a:r>
            <a:r>
              <a:rPr lang="en-US" altLang="zh-CN" dirty="0"/>
              <a:t>SI</a:t>
            </a:r>
            <a:r>
              <a:rPr lang="zh-CN" altLang="en-US" dirty="0"/>
              <a:t>按钮开关的动作。装配时注意面包板的</a:t>
            </a:r>
            <a:r>
              <a:rPr lang="en-US" altLang="zh-CN" dirty="0"/>
              <a:t>Y</a:t>
            </a:r>
            <a:r>
              <a:rPr lang="zh-CN" altLang="en-US" dirty="0"/>
              <a:t>排在</a:t>
            </a:r>
            <a:r>
              <a:rPr lang="en-US" altLang="zh-CN" dirty="0"/>
              <a:t>23</a:t>
            </a:r>
            <a:r>
              <a:rPr lang="zh-CN" altLang="en-US" dirty="0"/>
              <a:t>至</a:t>
            </a:r>
            <a:r>
              <a:rPr lang="en-US" altLang="zh-CN" dirty="0"/>
              <a:t>25</a:t>
            </a:r>
            <a:r>
              <a:rPr lang="zh-CN" altLang="en-US" dirty="0"/>
              <a:t>位之间并没有连通，以便于</a:t>
            </a:r>
            <a:r>
              <a:rPr lang="en-US" altLang="zh-CN" dirty="0"/>
              <a:t>V2</a:t>
            </a:r>
            <a:r>
              <a:rPr lang="zh-CN" altLang="en-US" dirty="0"/>
              <a:t>与后续电路的连接。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8773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17115-9EBE-F443-63B8-86CFEA95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8700EB-4420-4AB2-5D5F-5BC797B40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5504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3122</TotalTime>
  <Words>337</Words>
  <Application>Microsoft Office PowerPoint</Application>
  <PresentationFormat>宽屏</PresentationFormat>
  <Paragraphs>12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-apple-system</vt:lpstr>
      <vt:lpstr>PingFang SC</vt:lpstr>
      <vt:lpstr>等线</vt:lpstr>
      <vt:lpstr>Arial</vt:lpstr>
      <vt:lpstr>Arial Black</vt:lpstr>
      <vt:lpstr>Consolas</vt:lpstr>
      <vt:lpstr>Office 主题​​</vt:lpstr>
      <vt:lpstr>分立元件实验三</vt:lpstr>
      <vt:lpstr>电路图</vt:lpstr>
      <vt:lpstr>原理</vt:lpstr>
      <vt:lpstr>原理</vt:lpstr>
      <vt:lpstr>装配图</vt:lpstr>
      <vt:lpstr>装配提醒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Scruel Tao</dc:creator>
  <cp:lastModifiedBy>国栋 李</cp:lastModifiedBy>
  <cp:revision>13</cp:revision>
  <dcterms:created xsi:type="dcterms:W3CDTF">2023-04-03T03:10:02Z</dcterms:created>
  <dcterms:modified xsi:type="dcterms:W3CDTF">2024-09-27T09:34:59Z</dcterms:modified>
</cp:coreProperties>
</file>