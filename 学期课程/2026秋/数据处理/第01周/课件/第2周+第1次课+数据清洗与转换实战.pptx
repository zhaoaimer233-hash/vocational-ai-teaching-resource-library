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数据处理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数据清洗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数据清洗与转换实战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1.说出缺失值、异常值、重复值的处理方法；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2.说出数据标准化、格式化、汇总与分类的方法。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1.能使用Pandas处理缺失值、异常值与重复值；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2.能完成数据的标准化、格式化与汇总分类。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1.树立严谨细致的数据处理态度；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2.养成规范操作、记录过程的职业习惯。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1.认识高质量数据对人工智能产业发展的重要性；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2.培养实事求是、诚实守信的数据处理职业操守。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1.回顾上节Pandas数据读取与查看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2.提出“如何把脏数据清洗干净”的问题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3.引出数据清洗与转换主题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1.缺失值处理（删除、填充）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2.异常值处理（识别、剔除或修正）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3.重复值处理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4.数据标准化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5.数据格式化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6.数据汇总与分类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1.使用Pandas处理缺失值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2.识别并处理异常值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3.删除重复值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4.对数据进行标准化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1.缺失值处理方法辨析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2.异常值处理要点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3.数据标准化与格式化回顾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4.数据汇总与分类梳理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1.缺失值处理总结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2.异常值处理总结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3.重复值处理总结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4.标准化与汇总分类总结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