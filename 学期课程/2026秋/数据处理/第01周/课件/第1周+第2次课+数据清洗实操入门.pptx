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数据处理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数据清洗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分课题：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数据清洗实操入门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1.说出Python数据处理环境的搭建步骤；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2.掌握Pandas库进行数据读取与查看的常用方法。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1.能独立搭建Python数据处理环境；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2.能使用Pandas读取CSV、Excel等文件并查看数据基本信息。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1.养成规范编码、规范操作的良好习惯；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2.培养独立解决问题与团队协作的职业素养。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1.体会信息技术服务实业、技术报国的职业价值；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2.培养严谨求实、精益求精的工匠精神。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2.设备与软件检查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3.明确本节实操任务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4.强调机房纪律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1.回顾上节数据清洗理论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2.提出“如何用程序处理数据”的问题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3.引出Python与Pandas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1.Python数据处理环境搭建（Anaconda/Jupyter）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2.Pandas库的导入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3.数据读取（read_csv、read_excel）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4.数据查看（head、info、shape、describe、dtypes）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1.独立搭建Python数据处理环境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2.使用Pandas读取样例数据文件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3.查看数据前几行与基本信息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1.读取不同类型文件（CSV/Excel）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2.查看数据形状、类型与统计信息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3.初步观察数据质量问题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1.环境搭建要点回顾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2.数据读取API辨析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3.数据查看API辨析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4.实操易错点总结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1.环境搭建总结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2.数据读取方法总结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3.数据查看方法总结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4.常见问题总结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