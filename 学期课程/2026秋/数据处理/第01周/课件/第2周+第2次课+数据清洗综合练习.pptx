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数据处理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数据清洗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数据清洗综合练习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1.说出完整数据清洗的流程与方法；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2.说出清洗过程记录与结果交付的要求。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1.能对提供的样例数据进行完整清洗；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2.能记录清洗过程与采用的方法。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1.培养严谨细致、追求数据质量的工作态度；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2.强化规范记录与过程管理的职业习惯。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1.在数据处理实践中培养精益求精的工匠精神；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2.树立数据质量与职业诚信意识。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2.设备与软件检查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3.明确综合练习任务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4.强调机房纪律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1.回顾数据清洗各类方法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2.提出“如何完整清洗一份数据”的问题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3.引出综合练习任务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1.完整数据清洗的流程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2.清洗方法的选择与组合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3.清洗过程的记录方法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4.清洗结果的交付要求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1.分析样例数据质量问题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2.对缺失值、异常值、重复值进行处理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3.完成数据标准化与格式化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1.完成数据汇总与分类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2.记录清洗过程与采用的方法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3.整理清洗结果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1.清洗流程回顾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2.方法选择辨析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3.记录规范要点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4.常见问题总结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1.清洗流程总结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2.方法选择总结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3.记录规范总结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4.常见问题总结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