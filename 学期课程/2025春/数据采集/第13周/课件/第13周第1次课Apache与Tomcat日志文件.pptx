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9105900" cy="6832600"/>
  <p:notesSz cx="9105900" cy="6832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2942" y="2118106"/>
            <a:ext cx="7740015" cy="14348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367B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5885" y="3826256"/>
            <a:ext cx="6374130" cy="170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0782C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367B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0782C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367B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5295" y="1571498"/>
            <a:ext cx="3961066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689538" y="1571498"/>
            <a:ext cx="3961066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367B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342" y="2075066"/>
            <a:ext cx="5183505" cy="78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367B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2759" y="2865289"/>
            <a:ext cx="8485505" cy="256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0782C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096006" y="6354318"/>
            <a:ext cx="2913888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5295" y="6354318"/>
            <a:ext cx="2094357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56248" y="6354318"/>
            <a:ext cx="2094357" cy="3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jpg"/><Relationship Id="rId5" Type="http://schemas.openxmlformats.org/officeDocument/2006/relationships/hyperlink" Target="http://java.sun.com/j2ee/dtds/web-app" TargetMode="Externa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Relationship Id="rId3" Type="http://schemas.openxmlformats.org/officeDocument/2006/relationships/image" Target="../media/image8.png"/><Relationship Id="rId4" Type="http://schemas.openxmlformats.org/officeDocument/2006/relationships/image" Target="../media/image37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jpg"/><Relationship Id="rId6" Type="http://schemas.openxmlformats.org/officeDocument/2006/relationships/image" Target="../media/image42.jpg"/><Relationship Id="rId7" Type="http://schemas.openxmlformats.org/officeDocument/2006/relationships/image" Target="../media/image43.jpg"/><Relationship Id="rId8" Type="http://schemas.openxmlformats.org/officeDocument/2006/relationships/image" Target="../media/image44.jpg"/><Relationship Id="rId9" Type="http://schemas.openxmlformats.org/officeDocument/2006/relationships/image" Target="../media/image45.jpg"/><Relationship Id="rId10" Type="http://schemas.openxmlformats.org/officeDocument/2006/relationships/image" Target="../media/image46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3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50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jpg"/><Relationship Id="rId3" Type="http://schemas.openxmlformats.org/officeDocument/2006/relationships/image" Target="../media/image8.png"/><Relationship Id="rId4" Type="http://schemas.openxmlformats.org/officeDocument/2006/relationships/image" Target="../media/image54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Relationship Id="rId3" Type="http://schemas.openxmlformats.org/officeDocument/2006/relationships/image" Target="../media/image56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370" y="4902538"/>
            <a:ext cx="5993044" cy="192498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0793" y="5898218"/>
            <a:ext cx="2152564" cy="9293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6799072" cy="3527551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309997" y="548173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 h="0">
                <a:moveTo>
                  <a:pt x="0" y="0"/>
                </a:moveTo>
                <a:lnTo>
                  <a:pt x="1793362" y="0"/>
                </a:lnTo>
              </a:path>
            </a:pathLst>
          </a:custGeom>
          <a:ln w="212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13416" y="3554362"/>
            <a:ext cx="175895" cy="1274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3295"/>
              </a:lnSpc>
              <a:spcBef>
                <a:spcPts val="135"/>
              </a:spcBef>
            </a:pPr>
            <a:r>
              <a:rPr dirty="0" sz="2750" spc="-140">
                <a:latin typeface="Calibri"/>
                <a:cs typeface="Calibri"/>
              </a:rPr>
              <a:t>•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ts val="3275"/>
              </a:lnSpc>
            </a:pPr>
            <a:r>
              <a:rPr dirty="0" sz="2750" spc="-140">
                <a:latin typeface="Calibri"/>
                <a:cs typeface="Calibri"/>
              </a:rPr>
              <a:t>•</a:t>
            </a:r>
            <a:endParaRPr sz="2750">
              <a:latin typeface="Calibri"/>
              <a:cs typeface="Calibri"/>
            </a:endParaRPr>
          </a:p>
          <a:p>
            <a:pPr marL="12700">
              <a:lnSpc>
                <a:spcPts val="3220"/>
              </a:lnSpc>
            </a:pPr>
            <a:r>
              <a:rPr dirty="0" sz="2700" spc="-114">
                <a:latin typeface="Calibri"/>
                <a:cs typeface="Calibri"/>
              </a:rPr>
              <a:t>•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86552" y="3554362"/>
            <a:ext cx="3540125" cy="8680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540385">
              <a:lnSpc>
                <a:spcPts val="3295"/>
              </a:lnSpc>
              <a:spcBef>
                <a:spcPts val="135"/>
              </a:spcBef>
            </a:pPr>
            <a:r>
              <a:rPr dirty="0" sz="2750" spc="-35">
                <a:latin typeface="Calibri"/>
                <a:cs typeface="Calibri"/>
              </a:rPr>
              <a:t>&lt;Context&gt;&lt;/Context&gt;</a:t>
            </a:r>
            <a:endParaRPr sz="2750">
              <a:latin typeface="Calibri"/>
              <a:cs typeface="Calibri"/>
            </a:endParaRPr>
          </a:p>
          <a:p>
            <a:pPr algn="ctr" marR="2410460">
              <a:lnSpc>
                <a:spcPts val="3295"/>
              </a:lnSpc>
            </a:pPr>
            <a:r>
              <a:rPr dirty="0" sz="2750" spc="-35">
                <a:latin typeface="Calibri"/>
                <a:cs typeface="Calibri"/>
              </a:rPr>
              <a:t>&lt;/Host&gt;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60909" y="4385676"/>
            <a:ext cx="1414780" cy="4432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700" spc="-20">
                <a:latin typeface="Calibri"/>
                <a:cs typeface="Calibri"/>
              </a:rPr>
              <a:t>&lt;/Engine&gt;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1860" y="6372351"/>
            <a:ext cx="739648" cy="45516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9103360" cy="6827520"/>
            <a:chOff x="0" y="0"/>
            <a:chExt cx="9103360" cy="682752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0276" y="6372351"/>
              <a:ext cx="787061" cy="45516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03359" cy="634390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6656" y="3394794"/>
              <a:ext cx="787061" cy="19439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479165">
              <a:lnSpc>
                <a:spcPct val="100000"/>
              </a:lnSpc>
              <a:spcBef>
                <a:spcPts val="135"/>
              </a:spcBef>
            </a:pPr>
            <a:r>
              <a:rPr dirty="0" sz="2450" spc="-130">
                <a:solidFill>
                  <a:srgbClr val="000000"/>
                </a:solidFill>
                <a:latin typeface="Cambria"/>
                <a:cs typeface="Cambria"/>
              </a:rPr>
              <a:t>Service</a:t>
            </a:r>
            <a:r>
              <a:rPr dirty="0" sz="2450" spc="-14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450" spc="-50">
                <a:solidFill>
                  <a:srgbClr val="000000"/>
                </a:solidFill>
                <a:latin typeface="Cambria"/>
                <a:cs typeface="Cambria"/>
              </a:rPr>
              <a:t>l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85750" y="5684801"/>
            <a:ext cx="1019175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30">
                <a:latin typeface="Cambria"/>
                <a:cs typeface="Cambria"/>
              </a:rPr>
              <a:t>ŃC11CCŽ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32471" y="1651507"/>
            <a:ext cx="4940935" cy="367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31265" algn="l"/>
              </a:tabLst>
            </a:pPr>
            <a:r>
              <a:rPr dirty="0" sz="2250" spc="-370">
                <a:solidFill>
                  <a:srgbClr val="2F2F2F"/>
                </a:solidFill>
                <a:latin typeface="Arial"/>
                <a:cs typeface="Arial"/>
              </a:rPr>
              <a:t>«TOMCAT</a:t>
            </a:r>
            <a:r>
              <a:rPr dirty="0" sz="2250">
                <a:solidFill>
                  <a:srgbClr val="2F2F2F"/>
                </a:solidFill>
                <a:latin typeface="Arial"/>
                <a:cs typeface="Arial"/>
              </a:rPr>
              <a:t>	</a:t>
            </a:r>
            <a:r>
              <a:rPr dirty="0" sz="2250" spc="-280">
                <a:solidFill>
                  <a:srgbClr val="313131"/>
                </a:solidFill>
                <a:latin typeface="Arial"/>
                <a:cs typeface="Arial"/>
              </a:rPr>
              <a:t>H0ME&gt;/webapps</a:t>
            </a:r>
            <a:r>
              <a:rPr dirty="0" sz="2250" spc="13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2250" spc="100">
                <a:solidFill>
                  <a:srgbClr val="565656"/>
                </a:solidFill>
                <a:latin typeface="Arial"/>
                <a:cs typeface="Arial"/>
              </a:rPr>
              <a:t>ü</a:t>
            </a:r>
            <a:r>
              <a:rPr dirty="0" sz="2250" spc="260">
                <a:solidFill>
                  <a:srgbClr val="565656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444444"/>
                </a:solidFill>
                <a:latin typeface="Arial"/>
                <a:cs typeface="Arial"/>
              </a:rPr>
              <a:t>f</a:t>
            </a:r>
            <a:r>
              <a:rPr dirty="0" sz="2250" spc="-114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2250" spc="204">
                <a:solidFill>
                  <a:srgbClr val="3F3F3F"/>
                </a:solidFill>
                <a:latin typeface="Arial"/>
                <a:cs typeface="Arial"/>
              </a:rPr>
              <a:t>tjb‘y</a:t>
            </a:r>
            <a:r>
              <a:rPr dirty="0" sz="2250" spc="29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3F3F3F"/>
                </a:solidFill>
                <a:latin typeface="Arial"/>
                <a:cs typeface="Arial"/>
              </a:rPr>
              <a:t>üÄt1.</a:t>
            </a:r>
            <a:endParaRPr sz="22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0051" y="2081388"/>
            <a:ext cx="2957830" cy="42037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34645" algn="l"/>
              </a:tabLst>
            </a:pPr>
            <a:r>
              <a:rPr dirty="0" sz="2550" spc="-1430">
                <a:solidFill>
                  <a:srgbClr val="7B7B7B"/>
                </a:solidFill>
                <a:latin typeface="Arial"/>
                <a:cs typeface="Arial"/>
              </a:rPr>
              <a:t>—</a:t>
            </a:r>
            <a:r>
              <a:rPr dirty="0" sz="2550">
                <a:solidFill>
                  <a:srgbClr val="7B7B7B"/>
                </a:solidFill>
                <a:latin typeface="Arial"/>
                <a:cs typeface="Arial"/>
              </a:rPr>
              <a:t>	</a:t>
            </a:r>
            <a:r>
              <a:rPr dirty="0" sz="2550" spc="-25">
                <a:solidFill>
                  <a:srgbClr val="313131"/>
                </a:solidFill>
                <a:latin typeface="Arial"/>
                <a:cs typeface="Arial"/>
              </a:rPr>
              <a:t>/javaweb1-</a:t>
            </a:r>
            <a:r>
              <a:rPr dirty="0" sz="2550" spc="-10">
                <a:solidFill>
                  <a:srgbClr val="313131"/>
                </a:solidFill>
                <a:latin typeface="Arial"/>
                <a:cs typeface="Arial"/>
              </a:rPr>
              <a:t>tomcat:</a:t>
            </a:r>
            <a:endParaRPr sz="25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5388" y="2438568"/>
            <a:ext cx="8134984" cy="3289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19150" indent="-269875">
              <a:lnSpc>
                <a:spcPct val="100000"/>
              </a:lnSpc>
              <a:spcBef>
                <a:spcPts val="135"/>
              </a:spcBef>
              <a:buClr>
                <a:srgbClr val="6E6E6E"/>
              </a:buClr>
              <a:buChar char="•"/>
              <a:tabLst>
                <a:tab pos="819150" algn="l"/>
                <a:tab pos="1791335" algn="l"/>
                <a:tab pos="3734435" algn="l"/>
              </a:tabLst>
            </a:pPr>
            <a:r>
              <a:rPr dirty="0" sz="2650" spc="-25">
                <a:solidFill>
                  <a:srgbClr val="212121"/>
                </a:solidFill>
                <a:latin typeface="Arial"/>
                <a:cs typeface="Arial"/>
              </a:rPr>
              <a:t>Web</a:t>
            </a:r>
            <a:r>
              <a:rPr dirty="0" sz="265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dirty="0" sz="2650" spc="-459">
                <a:solidFill>
                  <a:srgbClr val="212121"/>
                </a:solidFill>
                <a:latin typeface="Arial"/>
                <a:cs typeface="Arial"/>
              </a:rPr>
              <a:t>@</a:t>
            </a:r>
            <a:r>
              <a:rPr dirty="0" sz="2650" spc="-38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2650" spc="-145">
                <a:solidFill>
                  <a:srgbClr val="1D1D1D"/>
                </a:solidFill>
                <a:latin typeface="Arial"/>
                <a:cs typeface="Arial"/>
              </a:rPr>
              <a:t>IiJ@</a:t>
            </a:r>
            <a:r>
              <a:rPr dirty="0" sz="2650" spc="-204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2650" spc="-310">
                <a:solidFill>
                  <a:srgbClr val="242424"/>
                </a:solidFill>
                <a:latin typeface="Arial"/>
                <a:cs typeface="Arial"/>
              </a:rPr>
              <a:t>Ej</a:t>
            </a:r>
            <a:r>
              <a:rPr dirty="0" sz="2650" spc="-305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2650" spc="-25">
                <a:solidFill>
                  <a:srgbClr val="282828"/>
                </a:solidFill>
                <a:latin typeface="Arial"/>
                <a:cs typeface="Arial"/>
              </a:rPr>
              <a:t>Üt,</a:t>
            </a:r>
            <a:r>
              <a:rPr dirty="0" sz="265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dirty="0" sz="2650" spc="-60">
                <a:solidFill>
                  <a:srgbClr val="181818"/>
                </a:solidFill>
                <a:latin typeface="Arial"/>
                <a:cs typeface="Arial"/>
              </a:rPr>
              <a:t>/Ji??</a:t>
            </a:r>
            <a:r>
              <a:rPr dirty="0" sz="2650" spc="-60">
                <a:solidFill>
                  <a:srgbClr val="262626"/>
                </a:solidFill>
                <a:latin typeface="Arial"/>
                <a:cs typeface="Arial"/>
              </a:rPr>
              <a:t>ß’jJsp1üHTMLÄ{'t</a:t>
            </a:r>
            <a:r>
              <a:rPr dirty="0" sz="2650" spc="-32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650" spc="-10">
                <a:solidFill>
                  <a:srgbClr val="232323"/>
                </a:solidFill>
                <a:latin typeface="Arial"/>
                <a:cs typeface="Arial"/>
              </a:rPr>
              <a:t>$5J'/y§</a:t>
            </a:r>
            <a:endParaRPr sz="2650">
              <a:latin typeface="Arial"/>
              <a:cs typeface="Arial"/>
            </a:endParaRPr>
          </a:p>
          <a:p>
            <a:pPr marL="349250" indent="-330200">
              <a:lnSpc>
                <a:spcPts val="2970"/>
              </a:lnSpc>
              <a:spcBef>
                <a:spcPts val="2350"/>
              </a:spcBef>
              <a:buClr>
                <a:srgbClr val="7B7B7B"/>
              </a:buClr>
              <a:buChar char="—"/>
              <a:tabLst>
                <a:tab pos="349250" algn="l"/>
              </a:tabLst>
            </a:pPr>
            <a:r>
              <a:rPr dirty="0" sz="2500">
                <a:solidFill>
                  <a:srgbClr val="A8152F"/>
                </a:solidFill>
                <a:latin typeface="Arial"/>
                <a:cs typeface="Arial"/>
              </a:rPr>
              <a:t>/javaweb1-tomcat/WEB-INF(</a:t>
            </a:r>
            <a:r>
              <a:rPr dirty="0" sz="2500" spc="-300">
                <a:solidFill>
                  <a:srgbClr val="A8152F"/>
                </a:solidFill>
                <a:latin typeface="Arial"/>
                <a:cs typeface="Arial"/>
              </a:rPr>
              <a:t> </a:t>
            </a:r>
            <a:r>
              <a:rPr dirty="0" sz="2500" spc="-270">
                <a:solidFill>
                  <a:srgbClr val="B51111"/>
                </a:solidFill>
                <a:latin typeface="Arial"/>
                <a:cs typeface="Arial"/>
              </a:rPr>
              <a:t>E|</a:t>
            </a:r>
            <a:r>
              <a:rPr dirty="0" sz="2500" spc="-155">
                <a:solidFill>
                  <a:srgbClr val="B51111"/>
                </a:solidFill>
                <a:latin typeface="Arial"/>
                <a:cs typeface="Arial"/>
              </a:rPr>
              <a:t> </a:t>
            </a:r>
            <a:r>
              <a:rPr dirty="0" sz="2500" spc="405">
                <a:solidFill>
                  <a:srgbClr val="2F2F2F"/>
                </a:solidFill>
                <a:latin typeface="Arial"/>
                <a:cs typeface="Arial"/>
              </a:rPr>
              <a:t>2‘&lt;if*J1):</a:t>
            </a:r>
            <a:endParaRPr sz="2500">
              <a:latin typeface="Arial"/>
              <a:cs typeface="Arial"/>
            </a:endParaRPr>
          </a:p>
          <a:p>
            <a:pPr lvl="1" marL="796925" indent="-247015">
              <a:lnSpc>
                <a:spcPts val="2980"/>
              </a:lnSpc>
              <a:buClr>
                <a:srgbClr val="707070"/>
              </a:buClr>
              <a:buChar char="•"/>
              <a:tabLst>
                <a:tab pos="796925" algn="l"/>
              </a:tabLst>
            </a:pPr>
            <a:r>
              <a:rPr dirty="0" sz="2550" spc="-145">
                <a:solidFill>
                  <a:srgbClr val="111111"/>
                </a:solidFill>
                <a:latin typeface="Arial"/>
                <a:cs typeface="Arial"/>
              </a:rPr>
              <a:t>1’?ü/tWeb/Y@</a:t>
            </a:r>
            <a:r>
              <a:rPr dirty="0" sz="2550" spc="1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550" spc="100">
                <a:solidFill>
                  <a:srgbClr val="181818"/>
                </a:solidFill>
                <a:latin typeface="Arial"/>
                <a:cs typeface="Arial"/>
              </a:rPr>
              <a:t>ü'JÄ/f/Gi1xf'?web.xml</a:t>
            </a:r>
            <a:endParaRPr sz="2550">
              <a:latin typeface="Arial"/>
              <a:cs typeface="Arial"/>
            </a:endParaRPr>
          </a:p>
          <a:p>
            <a:pPr marL="349250" indent="-330200">
              <a:lnSpc>
                <a:spcPts val="2905"/>
              </a:lnSpc>
              <a:buClr>
                <a:srgbClr val="757575"/>
              </a:buClr>
              <a:buChar char="—"/>
              <a:tabLst>
                <a:tab pos="349250" algn="l"/>
              </a:tabLst>
            </a:pPr>
            <a:r>
              <a:rPr dirty="0" sz="2500">
                <a:solidFill>
                  <a:srgbClr val="2D2D2D"/>
                </a:solidFill>
                <a:latin typeface="Arial"/>
                <a:cs typeface="Arial"/>
              </a:rPr>
              <a:t>/javaweb1-tomcat/WEB-</a:t>
            </a:r>
            <a:r>
              <a:rPr dirty="0" sz="2500" spc="-10">
                <a:solidFill>
                  <a:srgbClr val="2D2D2D"/>
                </a:solidFill>
                <a:latin typeface="Arial"/>
                <a:cs typeface="Arial"/>
              </a:rPr>
              <a:t>INF/classes:</a:t>
            </a:r>
            <a:endParaRPr sz="2500">
              <a:latin typeface="Arial"/>
              <a:cs typeface="Arial"/>
            </a:endParaRPr>
          </a:p>
          <a:p>
            <a:pPr lvl="1" marL="833755" indent="-283210">
              <a:lnSpc>
                <a:spcPts val="2935"/>
              </a:lnSpc>
              <a:buClr>
                <a:srgbClr val="6E6E6E"/>
              </a:buClr>
              <a:buChar char="•"/>
              <a:tabLst>
                <a:tab pos="833755" algn="l"/>
                <a:tab pos="2965450" algn="l"/>
                <a:tab pos="3786504" algn="l"/>
                <a:tab pos="5241290" algn="l"/>
              </a:tabLst>
            </a:pPr>
            <a:r>
              <a:rPr dirty="0" sz="2500" spc="-10">
                <a:solidFill>
                  <a:srgbClr val="1F1F1F"/>
                </a:solidFill>
                <a:latin typeface="Arial"/>
                <a:cs typeface="Arial"/>
              </a:rPr>
              <a:t>J'?fi/tD@cIass</a:t>
            </a:r>
            <a:r>
              <a:rPr dirty="0" sz="2500">
                <a:solidFill>
                  <a:srgbClr val="1F1F1F"/>
                </a:solidFill>
                <a:latin typeface="Arial"/>
                <a:cs typeface="Arial"/>
              </a:rPr>
              <a:t>	</a:t>
            </a:r>
            <a:r>
              <a:rPr dirty="0" sz="2500" spc="-10">
                <a:solidFill>
                  <a:srgbClr val="1F1F1F"/>
                </a:solidFill>
                <a:latin typeface="Arial"/>
                <a:cs typeface="Arial"/>
              </a:rPr>
              <a:t>tf'1=,</a:t>
            </a:r>
            <a:r>
              <a:rPr dirty="0" sz="2500">
                <a:solidFill>
                  <a:srgbClr val="1F1F1F"/>
                </a:solidFill>
                <a:latin typeface="Arial"/>
                <a:cs typeface="Arial"/>
              </a:rPr>
              <a:t>	</a:t>
            </a:r>
            <a:r>
              <a:rPr dirty="0" sz="2500" spc="-10">
                <a:solidFill>
                  <a:srgbClr val="1C1C1C"/>
                </a:solidFill>
                <a:latin typeface="Arial"/>
                <a:cs typeface="Arial"/>
              </a:rPr>
              <a:t>Servlet%</a:t>
            </a:r>
            <a:r>
              <a:rPr dirty="0" sz="2500">
                <a:solidFill>
                  <a:srgbClr val="1C1C1C"/>
                </a:solidFill>
                <a:latin typeface="Arial"/>
                <a:cs typeface="Arial"/>
              </a:rPr>
              <a:t>	</a:t>
            </a:r>
            <a:r>
              <a:rPr dirty="0" sz="2500" spc="-130">
                <a:solidFill>
                  <a:srgbClr val="1C1C1C"/>
                </a:solidFill>
                <a:latin typeface="Arial"/>
                <a:cs typeface="Arial"/>
              </a:rPr>
              <a:t>t{']=Ak</a:t>
            </a:r>
            <a:r>
              <a:rPr dirty="0" sz="2500" spc="-38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51515"/>
                </a:solidFill>
                <a:latin typeface="Arial"/>
                <a:cs typeface="Arial"/>
              </a:rPr>
              <a:t>fiJtYLli</a:t>
            </a:r>
            <a:r>
              <a:rPr dirty="0" sz="2500" spc="-19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2500" spc="-315">
                <a:solidFill>
                  <a:srgbClr val="1F1F1F"/>
                </a:solidFill>
                <a:latin typeface="Arial"/>
                <a:cs typeface="Arial"/>
              </a:rPr>
              <a:t>E|</a:t>
            </a:r>
            <a:r>
              <a:rPr dirty="0" sz="2500" spc="-229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2500" spc="110">
                <a:solidFill>
                  <a:srgbClr val="1F1F1F"/>
                </a:solidFill>
                <a:latin typeface="Arial"/>
                <a:cs typeface="Arial"/>
              </a:rPr>
              <a:t>o‹</a:t>
            </a:r>
            <a:r>
              <a:rPr dirty="0" sz="2500" spc="12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2500" spc="100">
                <a:solidFill>
                  <a:srgbClr val="313131"/>
                </a:solidFill>
                <a:latin typeface="Arial"/>
                <a:cs typeface="Arial"/>
              </a:rPr>
              <a:t>T</a:t>
            </a:r>
            <a:endParaRPr sz="2500">
              <a:latin typeface="Arial"/>
              <a:cs typeface="Arial"/>
            </a:endParaRPr>
          </a:p>
          <a:p>
            <a:pPr marL="349250" indent="-336550">
              <a:lnSpc>
                <a:spcPts val="2845"/>
              </a:lnSpc>
              <a:buClr>
                <a:srgbClr val="777777"/>
              </a:buClr>
              <a:buFont typeface="Arial"/>
              <a:buChar char="-"/>
              <a:tabLst>
                <a:tab pos="349250" algn="l"/>
              </a:tabLst>
            </a:pPr>
            <a:r>
              <a:rPr dirty="0" sz="2450">
                <a:solidFill>
                  <a:srgbClr val="B82423"/>
                </a:solidFill>
                <a:latin typeface="Arial"/>
                <a:cs typeface="Arial"/>
              </a:rPr>
              <a:t>/javaweb1-tomcat/WEB-</a:t>
            </a:r>
            <a:r>
              <a:rPr dirty="0" sz="2450" spc="-10">
                <a:solidFill>
                  <a:srgbClr val="B82423"/>
                </a:solidFill>
                <a:latin typeface="Arial"/>
                <a:cs typeface="Arial"/>
              </a:rPr>
              <a:t>INF/lib:</a:t>
            </a:r>
            <a:endParaRPr sz="2450">
              <a:latin typeface="Arial"/>
              <a:cs typeface="Arial"/>
            </a:endParaRPr>
          </a:p>
          <a:p>
            <a:pPr lvl="1" marL="806450" marR="5080" indent="-257175">
              <a:lnSpc>
                <a:spcPct val="75100"/>
              </a:lnSpc>
              <a:spcBef>
                <a:spcPts val="715"/>
              </a:spcBef>
              <a:buChar char="•"/>
              <a:tabLst>
                <a:tab pos="806450" algn="l"/>
                <a:tab pos="808355" algn="l"/>
                <a:tab pos="1873885" algn="l"/>
                <a:tab pos="5931535" algn="l"/>
                <a:tab pos="6886575" algn="l"/>
              </a:tabLst>
            </a:pPr>
            <a:r>
              <a:rPr dirty="0" sz="2650">
                <a:solidFill>
                  <a:srgbClr val="747474"/>
                </a:solidFill>
                <a:latin typeface="Arial"/>
                <a:cs typeface="Arial"/>
              </a:rPr>
              <a:t>	</a:t>
            </a:r>
            <a:r>
              <a:rPr dirty="0" sz="2650" spc="-135">
                <a:solidFill>
                  <a:srgbClr val="1C1C1C"/>
                </a:solidFill>
                <a:latin typeface="Arial"/>
                <a:cs typeface="Arial"/>
              </a:rPr>
              <a:t>??//éWeb/‹'a@/??tüBJ&amp;T?JARQf^t</a:t>
            </a:r>
            <a:r>
              <a:rPr dirty="0" sz="2650" spc="-13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650" spc="-935">
                <a:solidFill>
                  <a:srgbClr val="444444"/>
                </a:solidFill>
                <a:latin typeface="Arial"/>
                <a:cs typeface="Arial"/>
              </a:rPr>
              <a:t>o</a:t>
            </a:r>
            <a:r>
              <a:rPr dirty="0" sz="2650">
                <a:solidFill>
                  <a:srgbClr val="444444"/>
                </a:solidFill>
                <a:latin typeface="Arial"/>
                <a:cs typeface="Arial"/>
              </a:rPr>
              <a:t>	</a:t>
            </a:r>
            <a:r>
              <a:rPr dirty="0" sz="2650" spc="-10">
                <a:latin typeface="Arial"/>
                <a:cs typeface="Arial"/>
              </a:rPr>
              <a:t>éJ§ü.</a:t>
            </a:r>
            <a:r>
              <a:rPr dirty="0" sz="2650">
                <a:latin typeface="Arial"/>
                <a:cs typeface="Arial"/>
              </a:rPr>
              <a:t>	</a:t>
            </a:r>
            <a:r>
              <a:rPr dirty="0" sz="2650" spc="75">
                <a:solidFill>
                  <a:srgbClr val="1D1D1D"/>
                </a:solidFill>
                <a:latin typeface="Arial"/>
                <a:cs typeface="Arial"/>
              </a:rPr>
              <a:t>‹?\?d“</a:t>
            </a:r>
            <a:r>
              <a:rPr dirty="0" sz="2650" spc="-245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2650" spc="-50">
                <a:solidFill>
                  <a:srgbClr val="262626"/>
                </a:solidFill>
                <a:latin typeface="Arial"/>
                <a:cs typeface="Arial"/>
              </a:rPr>
              <a:t>B </a:t>
            </a:r>
            <a:r>
              <a:rPr dirty="0" sz="2650">
                <a:solidFill>
                  <a:srgbClr val="1C1C1C"/>
                </a:solidFill>
                <a:latin typeface="Arial"/>
                <a:cs typeface="Arial"/>
              </a:rPr>
              <a:t>Üt</a:t>
            </a:r>
            <a:r>
              <a:rPr dirty="0" sz="2650" spc="-5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650" spc="-35">
                <a:solidFill>
                  <a:srgbClr val="282828"/>
                </a:solidFill>
                <a:latin typeface="Arial"/>
                <a:cs typeface="Arial"/>
              </a:rPr>
              <a:t>T,</a:t>
            </a:r>
            <a:r>
              <a:rPr dirty="0" sz="265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dirty="0" sz="2650" spc="-95">
                <a:solidFill>
                  <a:srgbClr val="2D2D2D"/>
                </a:solidFill>
                <a:latin typeface="Arial"/>
                <a:cs typeface="Arial"/>
              </a:rPr>
              <a:t>”öI</a:t>
            </a:r>
            <a:r>
              <a:rPr dirty="0" sz="2650" spc="-95">
                <a:solidFill>
                  <a:srgbClr val="1F1F1F"/>
                </a:solidFill>
                <a:latin typeface="Arial"/>
                <a:cs typeface="Arial"/>
              </a:rPr>
              <a:t>iüJ'?fi§JDBCSX?$féJy›I1äJAR?tf't.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1179" y="5414602"/>
            <a:ext cx="3470655" cy="141291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0793" y="5898218"/>
            <a:ext cx="2152564" cy="9293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965440" cy="3385311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309997" y="548173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 h="0">
                <a:moveTo>
                  <a:pt x="0" y="0"/>
                </a:moveTo>
                <a:lnTo>
                  <a:pt x="1793362" y="0"/>
                </a:lnTo>
              </a:path>
            </a:pathLst>
          </a:custGeom>
          <a:ln w="212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49448" y="1246913"/>
            <a:ext cx="8131175" cy="534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690620" algn="l"/>
              </a:tabLst>
            </a:pPr>
            <a:r>
              <a:rPr dirty="0" sz="3300" spc="-85">
                <a:solidFill>
                  <a:srgbClr val="136456"/>
                </a:solidFill>
                <a:latin typeface="Calibri"/>
                <a:cs typeface="Calibri"/>
              </a:rPr>
              <a:t>i</a:t>
            </a:r>
            <a:r>
              <a:rPr dirty="0" sz="3300" spc="-215">
                <a:solidFill>
                  <a:srgbClr val="136456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0189C8"/>
                </a:solidFill>
                <a:latin typeface="Calibri"/>
                <a:cs typeface="Calibri"/>
              </a:rPr>
              <a:t>&lt;?xml</a:t>
            </a:r>
            <a:r>
              <a:rPr dirty="0" sz="3300" spc="35">
                <a:solidFill>
                  <a:srgbClr val="0189C8"/>
                </a:solidFill>
                <a:latin typeface="Calibri"/>
                <a:cs typeface="Calibri"/>
              </a:rPr>
              <a:t> </a:t>
            </a:r>
            <a:r>
              <a:rPr dirty="0" sz="3300" spc="-10">
                <a:solidFill>
                  <a:srgbClr val="0183DA"/>
                </a:solidFill>
                <a:latin typeface="Calibri"/>
                <a:cs typeface="Calibri"/>
              </a:rPr>
              <a:t>version=</a:t>
            </a:r>
            <a:r>
              <a:rPr dirty="0" sz="3300">
                <a:solidFill>
                  <a:srgbClr val="0183DA"/>
                </a:solidFill>
                <a:latin typeface="Calibri"/>
                <a:cs typeface="Calibri"/>
              </a:rPr>
              <a:t>	</a:t>
            </a:r>
            <a:r>
              <a:rPr dirty="0" sz="3300">
                <a:solidFill>
                  <a:srgbClr val="2379AE"/>
                </a:solidFill>
                <a:latin typeface="Calibri"/>
                <a:cs typeface="Calibri"/>
              </a:rPr>
              <a:t>encoding="IS0-8859-</a:t>
            </a:r>
            <a:r>
              <a:rPr dirty="0" sz="3300" spc="-20">
                <a:solidFill>
                  <a:srgbClr val="2379AE"/>
                </a:solidFill>
                <a:latin typeface="Calibri"/>
                <a:cs typeface="Calibri"/>
              </a:rPr>
              <a:t>1"?&gt;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7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9">
                <a:solidFill>
                  <a:srgbClr val="488985"/>
                </a:solidFill>
              </a:rPr>
              <a:t>..</a:t>
            </a:r>
            <a:r>
              <a:rPr dirty="0" spc="-210">
                <a:solidFill>
                  <a:srgbClr val="488985"/>
                </a:solidFill>
              </a:rPr>
              <a:t> </a:t>
            </a:r>
            <a:r>
              <a:rPr dirty="0" spc="75"/>
              <a:t>&lt;!00CTYPE</a:t>
            </a:r>
            <a:r>
              <a:rPr dirty="0" spc="195"/>
              <a:t> </a:t>
            </a:r>
            <a:r>
              <a:rPr dirty="0" spc="-170">
                <a:solidFill>
                  <a:srgbClr val="0382D6"/>
                </a:solidFill>
              </a:rPr>
              <a:t>web-</a:t>
            </a:r>
            <a:r>
              <a:rPr dirty="0" spc="-40">
                <a:solidFill>
                  <a:srgbClr val="0382D6"/>
                </a:solidFill>
              </a:rPr>
              <a:t>app</a:t>
            </a:r>
            <a:r>
              <a:rPr dirty="0" spc="195">
                <a:solidFill>
                  <a:srgbClr val="0382D6"/>
                </a:solidFill>
              </a:rPr>
              <a:t> </a:t>
            </a:r>
            <a:r>
              <a:rPr dirty="0" spc="-10">
                <a:solidFill>
                  <a:srgbClr val="1583C6"/>
                </a:solidFill>
              </a:rPr>
              <a:t>PUBLIC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229870">
              <a:lnSpc>
                <a:spcPts val="3495"/>
              </a:lnSpc>
              <a:spcBef>
                <a:spcPts val="135"/>
              </a:spcBef>
              <a:tabLst>
                <a:tab pos="3972560" algn="l"/>
                <a:tab pos="5622290" algn="l"/>
              </a:tabLst>
            </a:pPr>
            <a:r>
              <a:rPr dirty="0" spc="-105">
                <a:solidFill>
                  <a:srgbClr val="387EA5"/>
                </a:solidFill>
              </a:rPr>
              <a:t>'-//Sun</a:t>
            </a:r>
            <a:r>
              <a:rPr dirty="0" spc="-20">
                <a:solidFill>
                  <a:srgbClr val="387EA5"/>
                </a:solidFill>
              </a:rPr>
              <a:t> </a:t>
            </a:r>
            <a:r>
              <a:rPr dirty="0" spc="-10"/>
              <a:t>Microsystems,</a:t>
            </a:r>
            <a:r>
              <a:rPr dirty="0"/>
              <a:t>	</a:t>
            </a:r>
            <a:r>
              <a:rPr dirty="0" spc="-10">
                <a:solidFill>
                  <a:srgbClr val="187CAE"/>
                </a:solidFill>
              </a:rPr>
              <a:t>mc.//DTD</a:t>
            </a:r>
            <a:r>
              <a:rPr dirty="0">
                <a:solidFill>
                  <a:srgbClr val="187CAE"/>
                </a:solidFill>
              </a:rPr>
              <a:t>	</a:t>
            </a:r>
            <a:r>
              <a:rPr dirty="0" spc="-55">
                <a:solidFill>
                  <a:srgbClr val="018CC6"/>
                </a:solidFill>
              </a:rPr>
              <a:t>Web</a:t>
            </a:r>
            <a:r>
              <a:rPr dirty="0" spc="-35">
                <a:solidFill>
                  <a:srgbClr val="018CC6"/>
                </a:solidFill>
              </a:rPr>
              <a:t> </a:t>
            </a:r>
            <a:r>
              <a:rPr dirty="0" spc="-10">
                <a:solidFill>
                  <a:srgbClr val="0899DB"/>
                </a:solidFill>
              </a:rPr>
              <a:t>Application</a:t>
            </a:r>
          </a:p>
          <a:p>
            <a:pPr marL="12700">
              <a:lnSpc>
                <a:spcPts val="3735"/>
              </a:lnSpc>
            </a:pPr>
            <a:r>
              <a:rPr dirty="0" sz="3450" spc="-825">
                <a:solidFill>
                  <a:srgbClr val="0887BD"/>
                </a:solidFill>
                <a:latin typeface="Courier New"/>
                <a:cs typeface="Courier New"/>
              </a:rPr>
              <a:t>2.3//EN'</a:t>
            </a:r>
            <a:endParaRPr sz="3450">
              <a:latin typeface="Courier New"/>
              <a:cs typeface="Courier New"/>
            </a:endParaRPr>
          </a:p>
          <a:p>
            <a:pPr marL="229870">
              <a:lnSpc>
                <a:spcPct val="100000"/>
              </a:lnSpc>
              <a:spcBef>
                <a:spcPts val="315"/>
              </a:spcBef>
              <a:tabLst>
                <a:tab pos="6948170" algn="l"/>
                <a:tab pos="7348855" algn="l"/>
              </a:tabLst>
            </a:pPr>
            <a:r>
              <a:rPr dirty="0" spc="-95">
                <a:solidFill>
                  <a:srgbClr val="0383C1"/>
                </a:solidFill>
                <a:hlinkClick r:id="rId5"/>
              </a:rPr>
              <a:t>'http://java.sun.com/j2ee/dtds/web-</a:t>
            </a:r>
            <a:r>
              <a:rPr dirty="0" spc="-25">
                <a:solidFill>
                  <a:srgbClr val="0383C1"/>
                </a:solidFill>
                <a:hlinkClick r:id="rId5"/>
              </a:rPr>
              <a:t>app</a:t>
            </a:r>
            <a:r>
              <a:rPr dirty="0">
                <a:solidFill>
                  <a:srgbClr val="0383C1"/>
                </a:solidFill>
              </a:rPr>
              <a:t>	</a:t>
            </a:r>
            <a:r>
              <a:rPr dirty="0" spc="-50">
                <a:solidFill>
                  <a:srgbClr val="0887C6"/>
                </a:solidFill>
              </a:rPr>
              <a:t>2</a:t>
            </a:r>
            <a:r>
              <a:rPr dirty="0">
                <a:solidFill>
                  <a:srgbClr val="0887C6"/>
                </a:solidFill>
              </a:rPr>
              <a:t>	</a:t>
            </a:r>
            <a:r>
              <a:rPr dirty="0" spc="-65">
                <a:solidFill>
                  <a:srgbClr val="1F80B5"/>
                </a:solidFill>
              </a:rPr>
              <a:t>3.dtd'&gt;</a:t>
            </a:r>
          </a:p>
          <a:p>
            <a:pPr>
              <a:lnSpc>
                <a:spcPct val="100000"/>
              </a:lnSpc>
              <a:spcBef>
                <a:spcPts val="645"/>
              </a:spcBef>
            </a:pPr>
          </a:p>
          <a:p>
            <a:pPr marL="44450">
              <a:lnSpc>
                <a:spcPct val="100000"/>
              </a:lnSpc>
            </a:pPr>
            <a:r>
              <a:rPr dirty="0" spc="-155">
                <a:solidFill>
                  <a:srgbClr val="0780B1"/>
                </a:solidFill>
              </a:rPr>
              <a:t>&lt;/web-</a:t>
            </a:r>
            <a:r>
              <a:rPr dirty="0" spc="-20">
                <a:solidFill>
                  <a:srgbClr val="0780B1"/>
                </a:solidFill>
              </a:rPr>
              <a:t>app&gt;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3359" cy="682751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853" y="4978399"/>
            <a:ext cx="8202505" cy="18491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870612" cy="349910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86229" y="3414019"/>
            <a:ext cx="8051165" cy="152019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396875" indent="-358775">
              <a:lnSpc>
                <a:spcPct val="100000"/>
              </a:lnSpc>
              <a:spcBef>
                <a:spcPts val="570"/>
              </a:spcBef>
              <a:buChar char="•"/>
              <a:tabLst>
                <a:tab pos="396875" algn="l"/>
                <a:tab pos="2070735" algn="l"/>
                <a:tab pos="4920615" algn="l"/>
                <a:tab pos="5240655" algn="l"/>
              </a:tabLst>
            </a:pPr>
            <a:r>
              <a:rPr dirty="0" sz="2900" spc="-10">
                <a:latin typeface="Calibri"/>
                <a:cs typeface="Calibri"/>
              </a:rPr>
              <a:t>CATHLINE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-10">
                <a:latin typeface="Calibri"/>
                <a:cs typeface="Calibri"/>
              </a:rPr>
              <a:t>HOME=TomcatZ‹: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-50">
                <a:latin typeface="Calibri"/>
                <a:cs typeface="Calibri"/>
              </a:rPr>
              <a:t>§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-755">
                <a:latin typeface="Calibri"/>
                <a:cs typeface="Calibri"/>
              </a:rPr>
              <a:t>@</a:t>
            </a:r>
            <a:r>
              <a:rPr dirty="0" sz="2900" spc="-35">
                <a:latin typeface="Calibri"/>
                <a:cs typeface="Calibri"/>
              </a:rPr>
              <a:t> </a:t>
            </a:r>
            <a:r>
              <a:rPr dirty="0" sz="2900" spc="70">
                <a:latin typeface="Calibri"/>
                <a:cs typeface="Calibri"/>
              </a:rPr>
              <a:t>/§</a:t>
            </a:r>
            <a:endParaRPr sz="2900">
              <a:latin typeface="Calibri"/>
              <a:cs typeface="Calibri"/>
            </a:endParaRPr>
          </a:p>
          <a:p>
            <a:pPr marL="396875" indent="-358775">
              <a:lnSpc>
                <a:spcPct val="100000"/>
              </a:lnSpc>
              <a:spcBef>
                <a:spcPts val="475"/>
              </a:spcBef>
              <a:buChar char="•"/>
              <a:tabLst>
                <a:tab pos="396875" algn="l"/>
                <a:tab pos="2080260" algn="l"/>
              </a:tabLst>
            </a:pPr>
            <a:r>
              <a:rPr dirty="0" sz="2900" spc="-10">
                <a:latin typeface="Calibri"/>
                <a:cs typeface="Calibri"/>
              </a:rPr>
              <a:t>CATHLINE</a:t>
            </a:r>
            <a:r>
              <a:rPr dirty="0" sz="2900">
                <a:latin typeface="Calibri"/>
                <a:cs typeface="Calibri"/>
              </a:rPr>
              <a:t>	</a:t>
            </a:r>
            <a:r>
              <a:rPr dirty="0" sz="2900" spc="70">
                <a:latin typeface="Calibri"/>
                <a:cs typeface="Calibri"/>
              </a:rPr>
              <a:t>BASE=Tomcatyc@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 spc="-755">
                <a:latin typeface="Calibri"/>
                <a:cs typeface="Calibri"/>
              </a:rPr>
              <a:t>@</a:t>
            </a:r>
            <a:r>
              <a:rPr dirty="0" sz="2900" spc="-265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III</a:t>
            </a:r>
            <a:endParaRPr sz="2900">
              <a:latin typeface="Calibri"/>
              <a:cs typeface="Calibri"/>
            </a:endParaRPr>
          </a:p>
          <a:p>
            <a:pPr marL="398780" indent="-359410">
              <a:lnSpc>
                <a:spcPct val="100000"/>
              </a:lnSpc>
              <a:spcBef>
                <a:spcPts val="555"/>
              </a:spcBef>
              <a:buChar char="•"/>
              <a:tabLst>
                <a:tab pos="398780" algn="l"/>
                <a:tab pos="3143885" algn="l"/>
                <a:tab pos="4648835" algn="l"/>
                <a:tab pos="7202805" algn="l"/>
              </a:tabLst>
            </a:pPr>
            <a:r>
              <a:rPr dirty="0" sz="2750" spc="65">
                <a:latin typeface="Calibri"/>
                <a:cs typeface="Calibri"/>
              </a:rPr>
              <a:t>classpath=;.JAVA</a:t>
            </a:r>
            <a:r>
              <a:rPr dirty="0" sz="2750">
                <a:latin typeface="Calibri"/>
                <a:cs typeface="Calibri"/>
              </a:rPr>
              <a:t>	</a:t>
            </a:r>
            <a:r>
              <a:rPr dirty="0" sz="2750" spc="114">
                <a:latin typeface="Calibri"/>
                <a:cs typeface="Calibri"/>
              </a:rPr>
              <a:t>HOME</a:t>
            </a:r>
            <a:r>
              <a:rPr dirty="0" baseline="36398" sz="2175" spc="172">
                <a:latin typeface="Calibri"/>
                <a:cs typeface="Calibri"/>
              </a:rPr>
              <a:t>O</a:t>
            </a:r>
            <a:r>
              <a:rPr dirty="0" sz="2750" spc="114">
                <a:latin typeface="Calibri"/>
                <a:cs typeface="Calibri"/>
              </a:rPr>
              <a:t>o</a:t>
            </a:r>
            <a:r>
              <a:rPr dirty="0" sz="2750">
                <a:latin typeface="Calibri"/>
                <a:cs typeface="Calibri"/>
              </a:rPr>
              <a:t>	</a:t>
            </a:r>
            <a:r>
              <a:rPr dirty="0" sz="2750" spc="-10">
                <a:latin typeface="Calibri"/>
                <a:cs typeface="Calibri"/>
              </a:rPr>
              <a:t>ib/dt.jar;</a:t>
            </a:r>
            <a:r>
              <a:rPr dirty="0" baseline="36398" sz="2175" spc="-15">
                <a:latin typeface="Calibri"/>
                <a:cs typeface="Calibri"/>
              </a:rPr>
              <a:t>O</a:t>
            </a:r>
            <a:r>
              <a:rPr dirty="0" sz="2750" spc="-10">
                <a:latin typeface="Calibri"/>
                <a:cs typeface="Calibri"/>
              </a:rPr>
              <a:t>o#AVA</a:t>
            </a:r>
            <a:r>
              <a:rPr dirty="0" sz="2750">
                <a:latin typeface="Calibri"/>
                <a:cs typeface="Calibri"/>
              </a:rPr>
              <a:t>	</a:t>
            </a:r>
            <a:r>
              <a:rPr dirty="0" sz="2750" spc="125">
                <a:latin typeface="Calibri"/>
                <a:cs typeface="Calibri"/>
              </a:rPr>
              <a:t>HOM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370" y="4930986"/>
            <a:ext cx="5993044" cy="18965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0793" y="5898218"/>
            <a:ext cx="2152564" cy="9293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8600779" cy="3574965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309997" y="548173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 h="0">
                <a:moveTo>
                  <a:pt x="0" y="0"/>
                </a:moveTo>
                <a:lnTo>
                  <a:pt x="1793362" y="0"/>
                </a:lnTo>
              </a:path>
            </a:pathLst>
          </a:custGeom>
          <a:ln w="212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13416" y="3554362"/>
            <a:ext cx="7829550" cy="12757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906144" indent="-893444">
              <a:lnSpc>
                <a:spcPts val="3295"/>
              </a:lnSpc>
              <a:spcBef>
                <a:spcPts val="135"/>
              </a:spcBef>
              <a:buChar char="•"/>
              <a:tabLst>
                <a:tab pos="906144" algn="l"/>
              </a:tabLst>
            </a:pPr>
            <a:r>
              <a:rPr dirty="0" sz="2750" spc="-35">
                <a:latin typeface="Calibri"/>
                <a:cs typeface="Calibri"/>
              </a:rPr>
              <a:t>&lt;servlet-</a:t>
            </a:r>
            <a:r>
              <a:rPr dirty="0" sz="2750" spc="-10">
                <a:latin typeface="Calibri"/>
                <a:cs typeface="Calibri"/>
              </a:rPr>
              <a:t>mapping&gt;</a:t>
            </a:r>
            <a:endParaRPr sz="2750">
              <a:latin typeface="Calibri"/>
              <a:cs typeface="Calibri"/>
            </a:endParaRPr>
          </a:p>
          <a:p>
            <a:pPr marL="1684020" indent="-1671320">
              <a:lnSpc>
                <a:spcPts val="3250"/>
              </a:lnSpc>
              <a:buChar char="•"/>
              <a:tabLst>
                <a:tab pos="1684020" algn="l"/>
              </a:tabLst>
            </a:pPr>
            <a:r>
              <a:rPr dirty="0" sz="2750" spc="-45">
                <a:latin typeface="Calibri"/>
                <a:cs typeface="Calibri"/>
              </a:rPr>
              <a:t>&lt;servlet-</a:t>
            </a:r>
            <a:r>
              <a:rPr dirty="0" sz="2750" spc="-50">
                <a:latin typeface="Calibri"/>
                <a:cs typeface="Calibri"/>
              </a:rPr>
              <a:t>name&gt;heIIotomcat&lt;/servlet-</a:t>
            </a:r>
            <a:r>
              <a:rPr dirty="0" sz="2750" spc="-10">
                <a:latin typeface="Calibri"/>
                <a:cs typeface="Calibri"/>
              </a:rPr>
              <a:t>name&gt;</a:t>
            </a:r>
            <a:endParaRPr sz="2750">
              <a:latin typeface="Calibri"/>
              <a:cs typeface="Calibri"/>
            </a:endParaRPr>
          </a:p>
          <a:p>
            <a:pPr marL="1759585">
              <a:lnSpc>
                <a:spcPts val="3254"/>
              </a:lnSpc>
            </a:pPr>
            <a:r>
              <a:rPr dirty="0" sz="2750" spc="-45">
                <a:latin typeface="Calibri"/>
                <a:cs typeface="Calibri"/>
              </a:rPr>
              <a:t>&lt;urI-</a:t>
            </a:r>
            <a:r>
              <a:rPr dirty="0" sz="2750" spc="-50">
                <a:latin typeface="Calibri"/>
                <a:cs typeface="Calibri"/>
              </a:rPr>
              <a:t>pattern&gt;heIIotomcat&lt;/url-</a:t>
            </a:r>
            <a:r>
              <a:rPr dirty="0" sz="2750" spc="-10">
                <a:latin typeface="Calibri"/>
                <a:cs typeface="Calibri"/>
              </a:rPr>
              <a:t>pattern&gt;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8714" y="4379355"/>
            <a:ext cx="59055" cy="450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750" spc="-630" i="1">
                <a:latin typeface="Calibri"/>
                <a:cs typeface="Calibri"/>
              </a:rPr>
              <a:t>(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562848" cy="4466335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311662" y="4768643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 h="0">
                <a:moveTo>
                  <a:pt x="0" y="0"/>
                </a:moveTo>
                <a:lnTo>
                  <a:pt x="212411" y="0"/>
                </a:lnTo>
              </a:path>
            </a:pathLst>
          </a:custGeom>
          <a:ln w="21241">
            <a:solidFill>
              <a:srgbClr val="343F3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311662" y="4551679"/>
            <a:ext cx="212725" cy="227965"/>
            <a:chOff x="6311662" y="4551679"/>
            <a:chExt cx="212725" cy="227965"/>
          </a:xfrm>
        </p:grpSpPr>
        <p:sp>
          <p:nvSpPr>
            <p:cNvPr id="5" name="object 5" descr=""/>
            <p:cNvSpPr/>
            <p:nvPr/>
          </p:nvSpPr>
          <p:spPr>
            <a:xfrm>
              <a:off x="6311662" y="4551679"/>
              <a:ext cx="212725" cy="227965"/>
            </a:xfrm>
            <a:custGeom>
              <a:avLst/>
              <a:gdLst/>
              <a:ahLst/>
              <a:cxnLst/>
              <a:rect l="l" t="t" r="r" b="b"/>
              <a:pathLst>
                <a:path w="212725" h="227964">
                  <a:moveTo>
                    <a:pt x="0" y="10668"/>
                  </a:moveTo>
                  <a:lnTo>
                    <a:pt x="213360" y="10668"/>
                  </a:lnTo>
                </a:path>
                <a:path w="212725" h="227964">
                  <a:moveTo>
                    <a:pt x="10668" y="228600"/>
                  </a:moveTo>
                  <a:lnTo>
                    <a:pt x="10668" y="0"/>
                  </a:lnTo>
                </a:path>
              </a:pathLst>
            </a:custGeom>
            <a:ln w="21241">
              <a:solidFill>
                <a:srgbClr val="34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513453" y="4551679"/>
              <a:ext cx="0" cy="227965"/>
            </a:xfrm>
            <a:custGeom>
              <a:avLst/>
              <a:gdLst/>
              <a:ahLst/>
              <a:cxnLst/>
              <a:rect l="l" t="t" r="r" b="b"/>
              <a:pathLst>
                <a:path w="0" h="227964">
                  <a:moveTo>
                    <a:pt x="0" y="227584"/>
                  </a:moveTo>
                  <a:lnTo>
                    <a:pt x="0" y="0"/>
                  </a:lnTo>
                </a:path>
              </a:pathLst>
            </a:custGeom>
            <a:ln w="21241">
              <a:solidFill>
                <a:srgbClr val="34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7440480" y="6513453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4" h="0">
                <a:moveTo>
                  <a:pt x="0" y="0"/>
                </a:moveTo>
                <a:lnTo>
                  <a:pt x="306479" y="0"/>
                </a:lnTo>
              </a:path>
            </a:pathLst>
          </a:custGeom>
          <a:ln w="21241">
            <a:solidFill>
              <a:srgbClr val="34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355514" y="6030975"/>
            <a:ext cx="297815" cy="0"/>
          </a:xfrm>
          <a:custGeom>
            <a:avLst/>
            <a:gdLst/>
            <a:ahLst/>
            <a:cxnLst/>
            <a:rect l="l" t="t" r="r" b="b"/>
            <a:pathLst>
              <a:path w="297815" h="0">
                <a:moveTo>
                  <a:pt x="0" y="0"/>
                </a:moveTo>
                <a:lnTo>
                  <a:pt x="297376" y="0"/>
                </a:lnTo>
              </a:path>
            </a:pathLst>
          </a:custGeom>
          <a:ln w="21241">
            <a:solidFill>
              <a:srgbClr val="343F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909153" y="6173594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 h="0">
                <a:moveTo>
                  <a:pt x="0" y="0"/>
                </a:moveTo>
                <a:lnTo>
                  <a:pt x="194205" y="0"/>
                </a:lnTo>
              </a:path>
            </a:pathLst>
          </a:custGeom>
          <a:ln w="21241">
            <a:solidFill>
              <a:srgbClr val="343F3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1344" y="5831839"/>
            <a:ext cx="720682" cy="99568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0276" y="5917183"/>
            <a:ext cx="388789" cy="63533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3718" y="6030975"/>
            <a:ext cx="218101" cy="48361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59435" y="5680117"/>
            <a:ext cx="616373" cy="644821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929301" y="5082708"/>
            <a:ext cx="6363335" cy="1119505"/>
            <a:chOff x="929301" y="5082708"/>
            <a:chExt cx="6363335" cy="1119505"/>
          </a:xfrm>
        </p:grpSpPr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68906" y="5566325"/>
              <a:ext cx="303445" cy="63533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9301" y="5082708"/>
              <a:ext cx="6362868" cy="502581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50783" y="6173215"/>
            <a:ext cx="1024127" cy="331893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0853" y="4807711"/>
            <a:ext cx="7614580" cy="256031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700329" y="4486824"/>
            <a:ext cx="1419860" cy="344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 spc="-10">
                <a:latin typeface="Calibri"/>
                <a:cs typeface="Calibri"/>
              </a:rPr>
              <a:t>HelloTomcat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665705" y="4486824"/>
            <a:ext cx="1798955" cy="344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>
                <a:latin typeface="Calibri"/>
                <a:cs typeface="Calibri"/>
              </a:rPr>
              <a:t>load-on-</a:t>
            </a:r>
            <a:r>
              <a:rPr dirty="0" sz="2100" spc="-10">
                <a:latin typeface="Calibri"/>
                <a:cs typeface="Calibri"/>
              </a:rPr>
              <a:t>startup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709382" y="4486824"/>
            <a:ext cx="389890" cy="344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 spc="-20">
                <a:latin typeface="Calibri"/>
                <a:cs typeface="Calibri"/>
              </a:rPr>
              <a:t>’t/›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549176" y="4486824"/>
            <a:ext cx="1865630" cy="3441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55625" algn="l"/>
              </a:tabLst>
            </a:pPr>
            <a:r>
              <a:rPr dirty="0" sz="2100" spc="-25">
                <a:latin typeface="Calibri"/>
                <a:cs typeface="Calibri"/>
              </a:rPr>
              <a:t>//</a:t>
            </a:r>
            <a:r>
              <a:rPr dirty="0" sz="2100">
                <a:latin typeface="Calibri"/>
                <a:cs typeface="Calibri"/>
              </a:rPr>
              <a:t>	</a:t>
            </a:r>
            <a:r>
              <a:rPr dirty="0" sz="2100" spc="-50">
                <a:latin typeface="Calibri"/>
                <a:cs typeface="Calibri"/>
              </a:rPr>
              <a:t>web/*/@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 spc="-50">
                <a:latin typeface="Calibri"/>
                <a:cs typeface="Calibri"/>
              </a:rPr>
              <a:t>@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486987" cy="4039615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443514" y="6513453"/>
            <a:ext cx="306705" cy="0"/>
          </a:xfrm>
          <a:custGeom>
            <a:avLst/>
            <a:gdLst/>
            <a:ahLst/>
            <a:cxnLst/>
            <a:rect l="l" t="t" r="r" b="b"/>
            <a:pathLst>
              <a:path w="306704" h="0">
                <a:moveTo>
                  <a:pt x="0" y="0"/>
                </a:moveTo>
                <a:lnTo>
                  <a:pt x="306479" y="0"/>
                </a:lnTo>
              </a:path>
            </a:pathLst>
          </a:custGeom>
          <a:ln w="21241">
            <a:solidFill>
              <a:srgbClr val="4854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358549" y="6030975"/>
            <a:ext cx="294640" cy="0"/>
          </a:xfrm>
          <a:custGeom>
            <a:avLst/>
            <a:gdLst/>
            <a:ahLst/>
            <a:cxnLst/>
            <a:rect l="l" t="t" r="r" b="b"/>
            <a:pathLst>
              <a:path w="294640" h="0">
                <a:moveTo>
                  <a:pt x="0" y="0"/>
                </a:moveTo>
                <a:lnTo>
                  <a:pt x="294342" y="0"/>
                </a:lnTo>
              </a:path>
            </a:pathLst>
          </a:custGeom>
          <a:ln w="21241">
            <a:solidFill>
              <a:srgbClr val="4854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434411" y="5405878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 h="0">
                <a:moveTo>
                  <a:pt x="0" y="0"/>
                </a:moveTo>
                <a:lnTo>
                  <a:pt x="276135" y="0"/>
                </a:lnTo>
              </a:path>
            </a:pathLst>
          </a:custGeom>
          <a:ln w="21241">
            <a:solidFill>
              <a:srgbClr val="4854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912189" y="6173594"/>
            <a:ext cx="191770" cy="0"/>
          </a:xfrm>
          <a:custGeom>
            <a:avLst/>
            <a:gdLst/>
            <a:ahLst/>
            <a:cxnLst/>
            <a:rect l="l" t="t" r="r" b="b"/>
            <a:pathLst>
              <a:path w="191770" h="0">
                <a:moveTo>
                  <a:pt x="0" y="0"/>
                </a:moveTo>
                <a:lnTo>
                  <a:pt x="191170" y="0"/>
                </a:lnTo>
              </a:path>
            </a:pathLst>
          </a:custGeom>
          <a:ln w="21241">
            <a:solidFill>
              <a:srgbClr val="48544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1344" y="5831839"/>
            <a:ext cx="720682" cy="99568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0276" y="5917183"/>
            <a:ext cx="388789" cy="635338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28448" y="5566324"/>
            <a:ext cx="9046845" cy="1129030"/>
            <a:chOff x="28448" y="5566324"/>
            <a:chExt cx="9046845" cy="112903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68907" y="5566324"/>
              <a:ext cx="303445" cy="63533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48" y="5812874"/>
              <a:ext cx="9046464" cy="881888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900853" y="4836159"/>
            <a:ext cx="7444105" cy="692785"/>
            <a:chOff x="900853" y="4836159"/>
            <a:chExt cx="7444105" cy="692785"/>
          </a:xfrm>
        </p:grpSpPr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0853" y="4836159"/>
              <a:ext cx="7320619" cy="31292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9818" y="5149087"/>
              <a:ext cx="7424927" cy="379306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517586" y="4461537"/>
            <a:ext cx="2998470" cy="3975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140"/>
              </a:spcBef>
              <a:buChar char="•"/>
              <a:tabLst>
                <a:tab pos="363220" algn="l"/>
                <a:tab pos="2709545" algn="l"/>
              </a:tabLst>
            </a:pPr>
            <a:r>
              <a:rPr dirty="0" sz="2400" spc="70">
                <a:latin typeface="Calibri"/>
                <a:cs typeface="Calibri"/>
              </a:rPr>
              <a:t>&lt;servlet-</a:t>
            </a:r>
            <a:r>
              <a:rPr dirty="0" sz="2400" spc="80">
                <a:latin typeface="Calibri"/>
                <a:cs typeface="Calibri"/>
              </a:rPr>
              <a:t>mappin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50">
                <a:latin typeface="Calibri"/>
                <a:cs typeface="Calibri"/>
              </a:rPr>
              <a:t>&gt;t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721200" y="4461537"/>
            <a:ext cx="1308735" cy="3975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1029335" algn="l"/>
              </a:tabLst>
            </a:pPr>
            <a:r>
              <a:rPr dirty="0" sz="2400" spc="-20">
                <a:latin typeface="Calibri"/>
                <a:cs typeface="Calibri"/>
              </a:rPr>
              <a:t>T@@T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50">
                <a:latin typeface="Calibri"/>
                <a:cs typeface="Calibri"/>
              </a:rPr>
              <a:t>@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14831" y="4461537"/>
            <a:ext cx="1226820" cy="3975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400" spc="40">
                <a:latin typeface="Calibri"/>
                <a:cs typeface="Calibri"/>
              </a:rPr>
              <a:t>@ServIet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288954" y="4461537"/>
            <a:ext cx="882015" cy="3975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400" spc="-240">
                <a:latin typeface="Calibri"/>
                <a:cs typeface="Calibri"/>
              </a:rPr>
              <a:t>@Mù</a:t>
            </a:r>
            <a:r>
              <a:rPr dirty="0" sz="2400" spc="-160">
                <a:latin typeface="Calibri"/>
                <a:cs typeface="Calibri"/>
              </a:rPr>
              <a:t> </a:t>
            </a:r>
            <a:r>
              <a:rPr dirty="0" sz="2400" spc="-610">
                <a:latin typeface="Calibri"/>
                <a:cs typeface="Calibri"/>
              </a:rPr>
              <a:t>@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63765" y="5417706"/>
            <a:ext cx="2640330" cy="4051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193925" algn="l"/>
              </a:tabLst>
            </a:pPr>
            <a:r>
              <a:rPr dirty="0" sz="2450">
                <a:latin typeface="Calibri"/>
                <a:cs typeface="Calibri"/>
              </a:rPr>
              <a:t>*ioìfi</a:t>
            </a:r>
            <a:r>
              <a:rPr dirty="0" sz="2450" spc="-320">
                <a:latin typeface="Calibri"/>
                <a:cs typeface="Calibri"/>
              </a:rPr>
              <a:t> </a:t>
            </a:r>
            <a:r>
              <a:rPr dirty="0" sz="2450" spc="-55">
                <a:latin typeface="Calibri"/>
                <a:cs typeface="Calibri"/>
              </a:rPr>
              <a:t>I%</a:t>
            </a:r>
            <a:r>
              <a:rPr dirty="0" sz="2450" spc="114">
                <a:latin typeface="Calibri"/>
                <a:cs typeface="Calibri"/>
              </a:rPr>
              <a:t> </a:t>
            </a:r>
            <a:r>
              <a:rPr dirty="0" sz="2450" spc="-20">
                <a:latin typeface="Calibri"/>
                <a:cs typeface="Calibri"/>
              </a:rPr>
              <a:t>@URL</a:t>
            </a:r>
            <a:r>
              <a:rPr dirty="0" sz="2450">
                <a:latin typeface="Calibri"/>
                <a:cs typeface="Calibri"/>
              </a:rPr>
              <a:t>	</a:t>
            </a:r>
            <a:r>
              <a:rPr dirty="0" sz="2450" spc="-25">
                <a:latin typeface="Calibri"/>
                <a:cs typeface="Calibri"/>
              </a:rPr>
              <a:t>net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3604" y="4741332"/>
            <a:ext cx="7519754" cy="208618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202505" cy="369823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13416" y="4167574"/>
            <a:ext cx="5845175" cy="1350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35"/>
              </a:spcBef>
              <a:buChar char="•"/>
              <a:tabLst>
                <a:tab pos="367030" algn="l"/>
              </a:tabLst>
            </a:pPr>
            <a:r>
              <a:rPr dirty="0" sz="2700">
                <a:latin typeface="Calibri"/>
                <a:cs typeface="Calibri"/>
              </a:rPr>
              <a:t>Public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void</a:t>
            </a:r>
            <a:r>
              <a:rPr dirty="0" sz="2700" spc="-1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init()</a:t>
            </a:r>
            <a:r>
              <a:rPr dirty="0" sz="2700" spc="-8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throws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ServletExptïon{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Calibri"/>
              <a:buChar char="•"/>
            </a:pPr>
            <a:endParaRPr sz="2700">
              <a:latin typeface="Calibri"/>
              <a:cs typeface="Calibri"/>
            </a:endParaRPr>
          </a:p>
          <a:p>
            <a:pPr marL="2402840" indent="-2390140">
              <a:lnSpc>
                <a:spcPct val="100000"/>
              </a:lnSpc>
              <a:buChar char="•"/>
              <a:tabLst>
                <a:tab pos="2402840" algn="l"/>
              </a:tabLst>
            </a:pPr>
            <a:r>
              <a:rPr dirty="0" sz="2750" spc="-75">
                <a:latin typeface="Calibri"/>
                <a:cs typeface="Calibri"/>
              </a:rPr>
              <a:t>iver-</a:t>
            </a:r>
            <a:r>
              <a:rPr dirty="0" sz="2750" spc="-10">
                <a:latin typeface="Calibri"/>
                <a:cs typeface="Calibri"/>
              </a:rPr>
              <a:t>co,nfïg.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28665" y="5093715"/>
            <a:ext cx="653415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-10">
                <a:latin typeface="Calibri"/>
                <a:cs typeface="Calibri"/>
              </a:rPr>
              <a:t>river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888" y="5044778"/>
            <a:ext cx="6002527" cy="178274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0793" y="5898218"/>
            <a:ext cx="2152564" cy="9293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8515435" cy="3793066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309997" y="5481739"/>
            <a:ext cx="1793875" cy="0"/>
          </a:xfrm>
          <a:custGeom>
            <a:avLst/>
            <a:gdLst/>
            <a:ahLst/>
            <a:cxnLst/>
            <a:rect l="l" t="t" r="r" b="b"/>
            <a:pathLst>
              <a:path w="1793875" h="0">
                <a:moveTo>
                  <a:pt x="0" y="0"/>
                </a:moveTo>
                <a:lnTo>
                  <a:pt x="1793362" y="0"/>
                </a:lnTo>
              </a:path>
            </a:pathLst>
          </a:custGeom>
          <a:ln w="212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09246" y="4363550"/>
            <a:ext cx="646684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70840" indent="-358140">
              <a:lnSpc>
                <a:spcPct val="100000"/>
              </a:lnSpc>
              <a:spcBef>
                <a:spcPts val="135"/>
              </a:spcBef>
              <a:buChar char="•"/>
              <a:tabLst>
                <a:tab pos="370840" algn="l"/>
                <a:tab pos="2599690" algn="l"/>
              </a:tabLst>
            </a:pPr>
            <a:r>
              <a:rPr dirty="0" sz="3100">
                <a:latin typeface="Calibri"/>
                <a:cs typeface="Calibri"/>
              </a:rPr>
              <a:t>public</a:t>
            </a:r>
            <a:r>
              <a:rPr dirty="0" sz="3100" spc="21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String</a:t>
            </a:r>
            <a:r>
              <a:rPr dirty="0" sz="3100">
                <a:latin typeface="Calibri"/>
                <a:cs typeface="Calibri"/>
              </a:rPr>
              <a:t>	</a:t>
            </a:r>
            <a:r>
              <a:rPr dirty="0" sz="3100" spc="-10">
                <a:latin typeface="Calibri"/>
                <a:cs typeface="Calibri"/>
              </a:rPr>
              <a:t>getlnitParameter(String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40235" y="4363550"/>
            <a:ext cx="116840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-10">
                <a:latin typeface="Calibri"/>
                <a:cs typeface="Calibri"/>
              </a:rPr>
              <a:t>name);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9842" y="4910384"/>
            <a:ext cx="189865" cy="4959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050" spc="-180">
                <a:latin typeface="Calibri"/>
                <a:cs typeface="Calibri"/>
              </a:rPr>
              <a:t>•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60731" y="4910384"/>
            <a:ext cx="1820545" cy="930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7150">
              <a:lnSpc>
                <a:spcPts val="3570"/>
              </a:lnSpc>
              <a:spcBef>
                <a:spcPts val="135"/>
              </a:spcBef>
            </a:pPr>
            <a:r>
              <a:rPr dirty="0" sz="3050" spc="-20">
                <a:latin typeface="Calibri"/>
                <a:cs typeface="Calibri"/>
              </a:rPr>
              <a:t>numer</a:t>
            </a:r>
            <a:endParaRPr sz="3050">
              <a:latin typeface="Calibri"/>
              <a:cs typeface="Calibri"/>
            </a:endParaRPr>
          </a:p>
          <a:p>
            <a:pPr algn="r" marR="5080">
              <a:lnSpc>
                <a:spcPts val="3510"/>
              </a:lnSpc>
            </a:pPr>
            <a:r>
              <a:rPr dirty="0" sz="3000" spc="-50">
                <a:latin typeface="Calibri"/>
                <a:cs typeface="Calibri"/>
              </a:rPr>
              <a:t>»”tèrJIaœes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05" y="4684436"/>
            <a:ext cx="8230954" cy="214308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411124" cy="377410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11033" y="3785108"/>
            <a:ext cx="17526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360">
                <a:latin typeface="Calibri"/>
                <a:cs typeface="Calibri"/>
              </a:rPr>
              <a:t>•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63077" y="3785108"/>
            <a:ext cx="7155180" cy="85090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 marR="5080" indent="855980">
              <a:lnSpc>
                <a:spcPts val="2910"/>
              </a:lnSpc>
              <a:spcBef>
                <a:spcPts val="755"/>
              </a:spcBef>
              <a:tabLst>
                <a:tab pos="2698750" algn="l"/>
              </a:tabLst>
            </a:pPr>
            <a:r>
              <a:rPr dirty="0" sz="2950" spc="-10">
                <a:latin typeface="Calibri"/>
                <a:cs typeface="Calibri"/>
              </a:rPr>
              <a:t>&lt;CATALINE</a:t>
            </a:r>
            <a:r>
              <a:rPr dirty="0" sz="2950">
                <a:latin typeface="Calibri"/>
                <a:cs typeface="Calibri"/>
              </a:rPr>
              <a:t>	</a:t>
            </a:r>
            <a:r>
              <a:rPr dirty="0" sz="2950" spc="-10">
                <a:latin typeface="Calibri"/>
                <a:cs typeface="Calibri"/>
              </a:rPr>
              <a:t>H0ME&gt;/webapps/javaweb1- tomcat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1629" y="5431930"/>
            <a:ext cx="4460875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135"/>
              </a:spcBef>
              <a:buChar char="•"/>
              <a:tabLst>
                <a:tab pos="368300" algn="l"/>
              </a:tabLst>
            </a:pPr>
            <a:r>
              <a:rPr dirty="0" sz="2900">
                <a:latin typeface="Calibri"/>
                <a:cs typeface="Calibri"/>
              </a:rPr>
              <a:t>Jar</a:t>
            </a:r>
            <a:r>
              <a:rPr dirty="0" sz="2900" spc="175">
                <a:latin typeface="Calibri"/>
                <a:cs typeface="Calibri"/>
              </a:rPr>
              <a:t> </a:t>
            </a:r>
            <a:r>
              <a:rPr dirty="0" sz="2900" spc="55">
                <a:latin typeface="Calibri"/>
                <a:cs typeface="Calibri"/>
              </a:rPr>
              <a:t>cvfjavawțb1-teœeat.w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05162" y="284479"/>
            <a:ext cx="7197725" cy="6107430"/>
            <a:chOff x="1005162" y="284479"/>
            <a:chExt cx="7197725" cy="61074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162" y="4561162"/>
              <a:ext cx="7197344" cy="183015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162" y="284479"/>
              <a:ext cx="7055104" cy="4248234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337211" y="4227632"/>
            <a:ext cx="4562475" cy="245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24180" algn="l"/>
                <a:tab pos="1835150" algn="l"/>
                <a:tab pos="3157220" algn="l"/>
              </a:tabLst>
            </a:pPr>
            <a:r>
              <a:rPr dirty="0" sz="1450" spc="-25">
                <a:latin typeface="Times New Roman"/>
                <a:cs typeface="Times New Roman"/>
              </a:rPr>
              <a:t>the</a:t>
            </a:r>
            <a:r>
              <a:rPr dirty="0" sz="1450">
                <a:latin typeface="Times New Roman"/>
                <a:cs typeface="Times New Roman"/>
              </a:rPr>
              <a:t>	f</a:t>
            </a:r>
            <a:r>
              <a:rPr dirty="0" sz="1450" spc="-6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ound</a:t>
            </a:r>
            <a:r>
              <a:rPr dirty="0" sz="1450" spc="-19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at</a:t>
            </a:r>
            <a:r>
              <a:rPr dirty="0" sz="1450" spc="254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i on</a:t>
            </a:r>
            <a:r>
              <a:rPr dirty="0" sz="1450" spc="80">
                <a:latin typeface="Times New Roman"/>
                <a:cs typeface="Times New Roman"/>
              </a:rPr>
              <a:t>  </a:t>
            </a:r>
            <a:r>
              <a:rPr dirty="0" sz="1450" spc="-35">
                <a:latin typeface="Times New Roman"/>
                <a:cs typeface="Times New Roman"/>
              </a:rPr>
              <a:t>of</a:t>
            </a:r>
            <a:r>
              <a:rPr dirty="0" sz="1450">
                <a:latin typeface="Times New Roman"/>
                <a:cs typeface="Times New Roman"/>
              </a:rPr>
              <a:t>	sue</a:t>
            </a:r>
            <a:r>
              <a:rPr dirty="0" sz="1450" spc="5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ces</a:t>
            </a:r>
            <a:r>
              <a:rPr dirty="0" sz="1450" spc="17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s</a:t>
            </a:r>
            <a:r>
              <a:rPr dirty="0" sz="1450" spc="190">
                <a:latin typeface="Times New Roman"/>
                <a:cs typeface="Times New Roman"/>
              </a:rPr>
              <a:t>  </a:t>
            </a:r>
            <a:r>
              <a:rPr dirty="0" sz="1450">
                <a:latin typeface="Times New Roman"/>
                <a:cs typeface="Times New Roman"/>
              </a:rPr>
              <a:t>l</a:t>
            </a:r>
            <a:r>
              <a:rPr dirty="0" sz="1450" spc="-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ie</a:t>
            </a:r>
            <a:r>
              <a:rPr dirty="0" sz="1450" spc="200">
                <a:latin typeface="Times New Roman"/>
                <a:cs typeface="Times New Roman"/>
              </a:rPr>
              <a:t> </a:t>
            </a:r>
            <a:r>
              <a:rPr dirty="0" sz="1450" spc="-50">
                <a:latin typeface="Times New Roman"/>
                <a:cs typeface="Times New Roman"/>
              </a:rPr>
              <a:t>s</a:t>
            </a:r>
            <a:r>
              <a:rPr dirty="0" sz="1450">
                <a:latin typeface="Times New Roman"/>
                <a:cs typeface="Times New Roman"/>
              </a:rPr>
              <a:t>	i</a:t>
            </a:r>
            <a:r>
              <a:rPr dirty="0" sz="1450" spc="-6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n</a:t>
            </a:r>
            <a:r>
              <a:rPr dirty="0" sz="1450" spc="100">
                <a:latin typeface="Times New Roman"/>
                <a:cs typeface="Times New Roman"/>
              </a:rPr>
              <a:t>  </a:t>
            </a:r>
            <a:r>
              <a:rPr dirty="0" sz="1450">
                <a:latin typeface="Times New Roman"/>
                <a:cs typeface="Times New Roman"/>
              </a:rPr>
              <a:t>good</a:t>
            </a:r>
            <a:r>
              <a:rPr dirty="0" sz="1450" spc="145">
                <a:latin typeface="Times New Roman"/>
                <a:cs typeface="Times New Roman"/>
              </a:rPr>
              <a:t>  </a:t>
            </a:r>
            <a:r>
              <a:rPr dirty="0" sz="1450" spc="85">
                <a:latin typeface="Times New Roman"/>
                <a:cs typeface="Times New Roman"/>
              </a:rPr>
              <a:t>habi</a:t>
            </a:r>
            <a:r>
              <a:rPr dirty="0" sz="1450" spc="-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I</a:t>
            </a:r>
            <a:r>
              <a:rPr dirty="0" sz="1450" spc="5">
                <a:latin typeface="Times New Roman"/>
                <a:cs typeface="Times New Roman"/>
              </a:rPr>
              <a:t> </a:t>
            </a:r>
            <a:r>
              <a:rPr dirty="0" sz="1450" spc="-50">
                <a:latin typeface="Times New Roman"/>
                <a:cs typeface="Times New Roman"/>
              </a:rPr>
              <a:t>s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38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2025-05-15T13:15:41Z</dcterms:created>
  <dcterms:modified xsi:type="dcterms:W3CDTF">2025-05-15T13:15:41Z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2025-05-15T00:00:00Z</vt:filetime>
  </property>
  <property fmtid="{D5CDD505-2E9C-101B-9397-08002B2CF9AE}" pid="3" name="Producer">
    <vt:lpwstr>jsPDF 2.4.0</vt:lpwstr>
  </property>
  <property fmtid="{D5CDD505-2E9C-101B-9397-08002B2CF9AE}" pid="4" name="LastSaved">
    <vt:filetime>2025-05-15T00:00:00Z</vt:filetime>
  </property>
</Properties>
</file>