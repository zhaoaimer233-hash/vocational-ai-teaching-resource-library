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78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659A6-026F-DDA6-92F1-13A301E8F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D8E0A6-B71F-49A6-9211-B127FCBC2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86447E-1D09-D655-7454-6AC8C7E7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DA98B-1CEB-8072-ADBD-DC12663F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A7E71-7DA7-66AB-7C2D-B38AC1BE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698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DAF63-3D18-C05E-EC3C-A678EB20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30FAA-5CE5-07A3-1EEF-7EC610AA5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4E01C-72AB-F955-7920-E42A1415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FAB52-918D-4C07-BF3F-5D61C970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9616E-E8F7-40EB-2098-40195D1A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068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DC5CE-6CA6-69F2-3A82-E45EF694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9FBD1-18C0-CCB3-B5EF-52FEAD833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C791D-400F-0809-3D2A-11F19C75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BE94A-BEDA-4B7E-8F59-E2A4EAF6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222933-9CBF-868D-ACC9-CC3AFED4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979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E3CCC-B2F1-7060-CBBE-B5A9B2C2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8BF12-7023-6BC2-6D5D-BD2DA8F19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DF96F6-E0C2-4814-2790-028289189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999006-3412-83AE-296A-070008D7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C9759D-9937-1437-6306-E70D7540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CC3049-3823-841A-4FC9-5ADDF3DE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617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220CD-D2B7-FB53-D327-58E290CC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79EB7-43F5-5DFA-443E-94484DDA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5AE1D0-1192-C002-D02C-1E4E9804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5E904A-AFF7-2E96-6AE8-A1635F13B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A62246-E0DB-9912-B9A3-CD8328B11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7F8A01-B7D5-247C-B430-04457780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45B14B-06DC-4D47-865F-75BC6FBD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E02A9F-38A7-6A03-4CB8-10C02480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461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78E5-BC6C-9487-D89F-304FC14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7C3BFD-48BB-4AB7-1E7B-3BF582C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6A4C36-B3FE-84F1-4EDC-833615E2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9E4BF1-0464-E337-292C-61BB2F23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20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E710B8-1EAA-0B51-A8B8-1506CAEDC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C40A1E-281A-77FA-3196-6E23DCC6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452B9D-75FC-F41C-21B8-EB577CD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39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37BDD-4864-B39E-5C62-30641E3C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5A265B-BFFC-2F0B-9CF4-472A24C7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07D2C6-E035-1D55-B94D-582B120F6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5E229-F8FF-AACD-4AF4-EEFFFC88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ECB8C-B2A0-1F14-C0DA-FE6C3624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156F37-4726-83E0-9463-797E45F1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091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789A6-81AD-9F42-2C14-36D8CB75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B820B9-26D2-F2CB-AA1F-E37B70C0E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040D4D-2A11-6BCC-BD71-55828DA17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6F06D6-CC7E-6EEC-C96C-8D00E716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057C9-3004-E6EE-5235-D5445E8D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50444C-4D89-06C5-059B-929AA07B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058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1AB88-8278-6E04-7867-9115F38A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1A2627-297F-A75C-4843-26A951E24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63F89-0026-0155-A8E7-8658B970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0988D-B401-EFA9-EEAC-0CE68045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1F9B3-4543-B6EB-2B4D-EBADC36B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52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E74B39-E5EC-2F42-DE8D-C973A31F2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05BADD-C533-8AE6-FF75-91161350A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E7796-AD12-305E-50A3-97271393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FA05F-D976-5ED9-9540-4E136B88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153F9-6713-5455-F08E-7481A459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822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8C4F67-6B4C-8732-21DF-70C43741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06912-34F2-6B23-D83F-7C5F7103E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29E96-934B-124F-B2AE-8444DCDEA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860A-AD05-4719-A9E3-9926630A262D}" type="datetimeFigureOut">
              <a:rPr lang="LID4096" smtClean="0"/>
              <a:t>04/27/2025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036BA-F12D-DE8D-5590-5F2793730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A9C0F5-83B3-787D-A8CE-9C5791AB2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7FFF1-D6BE-4181-B001-ABE2657D96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673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houyicaiji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ouyicaiji.com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24821-DA57-523A-C0AA-973881A1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446AF05-9544-9DCF-D86E-B6E0300413BA}"/>
              </a:ext>
            </a:extLst>
          </p:cNvPr>
          <p:cNvSpPr txBox="1"/>
          <p:nvPr/>
        </p:nvSpPr>
        <p:spPr>
          <a:xfrm>
            <a:off x="247650" y="234950"/>
            <a:ext cx="1163955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PingFangSC-Regular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SC-Regular"/>
              </a:rPr>
              <a:t>、后羿采集器的下载及安装</a:t>
            </a:r>
            <a:endParaRPr lang="zh-CN" altLang="en-US" b="0" i="0" dirty="0">
              <a:solidFill>
                <a:srgbClr val="333333"/>
              </a:solidFill>
              <a:effectLst/>
              <a:latin typeface="PingFangSC-Regular"/>
            </a:endParaRPr>
          </a:p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）下载</a:t>
            </a:r>
          </a:p>
          <a:p>
            <a:pPr algn="l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后羿采集器支持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Windows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Mac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Linux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全操作系统。您可以</a:t>
            </a:r>
            <a:r>
              <a:rPr lang="zh-CN" altLang="en-US" b="0" i="0" u="none" strike="noStrike" dirty="0">
                <a:solidFill>
                  <a:srgbClr val="0F97FF"/>
                </a:solidFill>
                <a:effectLst/>
                <a:latin typeface="PingFangSC-Regular"/>
                <a:hlinkClick r:id="rId2"/>
              </a:rPr>
              <a:t>点此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进入官网首页直接下载软件，网站会根据你的操作系统推送相应的版本；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62494D-E0D2-3AEC-9474-D19706718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111454"/>
            <a:ext cx="8610600" cy="451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31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773A-8E1B-BA43-307D-4014AC3B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8039490-3F1C-D7FF-4CC8-1FE2C1D8C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0"/>
            <a:ext cx="12192000" cy="641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43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602B-3145-A1BA-4260-A63138C7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74B02DA-69F9-36DB-B324-E0D92BFCA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53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1E60E-77B8-59C0-FCD0-9ACC668C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B38029F-6C89-1ACC-9151-5B4155EF7899}"/>
              </a:ext>
            </a:extLst>
          </p:cNvPr>
          <p:cNvSpPr txBox="1"/>
          <p:nvPr/>
        </p:nvSpPr>
        <p:spPr>
          <a:xfrm>
            <a:off x="0" y="130175"/>
            <a:ext cx="8534399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PingFangSC-Regular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PingFangSC-Regular"/>
              </a:rPr>
              <a:t>、后羿采集器的注册及设置</a:t>
            </a:r>
            <a:endParaRPr lang="zh-CN" altLang="en-US" b="0" i="0" dirty="0">
              <a:solidFill>
                <a:srgbClr val="333333"/>
              </a:solidFill>
              <a:effectLst/>
              <a:latin typeface="PingFangSC-Regular"/>
            </a:endParaRPr>
          </a:p>
          <a:p>
            <a:pPr algn="l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）打开后羿采集器，点击左上角进行新用户注册。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E06095-D02F-7616-E141-044EB4E57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5523"/>
            <a:ext cx="9982200" cy="540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04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B837-BE46-1C1F-5DA3-0C7BE3CB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B22DA7AA-09D3-00E0-50C1-1185A822B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74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E8C6-01DA-6C2A-39B5-5F5B5C2F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E5BDFB-06BD-406D-A370-9E60226F2056}"/>
              </a:ext>
            </a:extLst>
          </p:cNvPr>
          <p:cNvSpPr txBox="1"/>
          <p:nvPr/>
        </p:nvSpPr>
        <p:spPr>
          <a:xfrm>
            <a:off x="1333500" y="952500"/>
            <a:ext cx="781050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sz="3200" b="0" i="0" dirty="0">
                <a:solidFill>
                  <a:srgbClr val="333333"/>
                </a:solidFill>
                <a:effectLst/>
                <a:latin typeface="PingFangSC-Regular"/>
              </a:rPr>
              <a:t>第一步：请您确认一下填写的手机号码是否正确。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sz="3200" b="0" i="0" dirty="0">
                <a:solidFill>
                  <a:srgbClr val="333333"/>
                </a:solidFill>
                <a:effectLst/>
                <a:latin typeface="PingFangSC-Regular"/>
              </a:rPr>
              <a:t>第二步：如果号码填写正确，请您到拦截短信里查看一下，验证码短信有可能在被拦截短信里。</a:t>
            </a:r>
          </a:p>
          <a:p>
            <a:pPr algn="l">
              <a:spcAft>
                <a:spcPts val="750"/>
              </a:spcAft>
            </a:pPr>
            <a:r>
              <a:rPr lang="zh-CN" altLang="en-US" sz="3200" b="0" i="0" dirty="0">
                <a:solidFill>
                  <a:srgbClr val="333333"/>
                </a:solidFill>
                <a:effectLst/>
                <a:latin typeface="PingFangSC-Regular"/>
              </a:rPr>
              <a:t>第三步：如果拦截圾短信里没有找到验证码，请您查看一下发送验证码的移动号码是否被拉入手机黑名单，您可以将该号码加入白名单，然后再在登陆界面点击“获取短信验证码”。</a:t>
            </a:r>
          </a:p>
        </p:txBody>
      </p:sp>
    </p:spTree>
    <p:extLst>
      <p:ext uri="{BB962C8B-B14F-4D97-AF65-F5344CB8AC3E}">
        <p14:creationId xmlns:p14="http://schemas.microsoft.com/office/powerpoint/2010/main" val="169520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56DC-1F44-682E-4E99-E93DE919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2F4EE9F-7927-4F8E-DE7E-AF61A67B6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48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4D133-8E70-376D-7CD4-E87B09A8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95490F-51BB-D547-E8A4-2D3A2FD61C23}"/>
              </a:ext>
            </a:extLst>
          </p:cNvPr>
          <p:cNvSpPr txBox="1"/>
          <p:nvPr/>
        </p:nvSpPr>
        <p:spPr>
          <a:xfrm>
            <a:off x="3048000" y="1602859"/>
            <a:ext cx="609600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第一步：请您确认一下填写的邮箱地址是否正确。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第二步：如果邮箱地址正确，请您查看一下垃圾箱，激活邮件有可能在垃圾箱里。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第三步：如果邮件不在垃圾箱中，请您查看一下是否设置邮件地址黑名单，激活邮件有可能被邮箱拦截，请您将后羿采集器加入白名单，然后再在登陆界面点击“发送邮件”。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第四步：如果以上步骤未能解决您的问题，请直接联系官方客服，我们会在第一时间解决您的问题。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）修改密码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/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注销账号</a:t>
            </a:r>
          </a:p>
          <a:p>
            <a:pPr algn="l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点击左上角头像可以打开基本资料窗口，您可以在此进行账户密码修改，或注销账号退出切换新账号登录。</a:t>
            </a:r>
          </a:p>
        </p:txBody>
      </p:sp>
    </p:spTree>
    <p:extLst>
      <p:ext uri="{BB962C8B-B14F-4D97-AF65-F5344CB8AC3E}">
        <p14:creationId xmlns:p14="http://schemas.microsoft.com/office/powerpoint/2010/main" val="2204261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7E81-DCE6-E807-BA6D-23B8E80E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058A7E1-9D2C-A060-D292-287AAB813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24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6C3A-74C1-6D8E-8068-DCB94E66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555719E-50D4-6AF0-D12D-2AFAC28E5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30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82850-68CD-CAA5-5749-84E715FC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327B8AD-6E02-650A-1356-FE0262C15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5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063B-755D-5765-EBDF-72398FDC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7A0BD1F-C793-A73D-F1EB-E307159E0399}"/>
              </a:ext>
            </a:extLst>
          </p:cNvPr>
          <p:cNvSpPr txBox="1"/>
          <p:nvPr/>
        </p:nvSpPr>
        <p:spPr>
          <a:xfrm>
            <a:off x="3497179" y="18205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如何输入正确的网址</a:t>
            </a:r>
            <a:endParaRPr lang="LID4096" sz="3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AA33A2-FDC1-F8B8-7AC0-BF7055D13014}"/>
              </a:ext>
            </a:extLst>
          </p:cNvPr>
          <p:cNvSpPr txBox="1"/>
          <p:nvPr/>
        </p:nvSpPr>
        <p:spPr>
          <a:xfrm>
            <a:off x="2021305" y="2899156"/>
            <a:ext cx="7122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用户在创建任务的时候，首先要输入正确的网址，采集器上的输入框和一般的浏览器搜索框不同，需要输入网址而不能直接输入文字。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98589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38FB-7243-2D1D-260B-60BDE5EF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B10A8E2-F11C-FCA3-0958-B4E91ECBA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"/>
            <a:ext cx="12192000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83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732F-4A4B-519B-C1C2-134D7E83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D7A03A5-3965-D5E0-984B-C502352E0281}"/>
              </a:ext>
            </a:extLst>
          </p:cNvPr>
          <p:cNvSpPr txBox="1"/>
          <p:nvPr/>
        </p:nvSpPr>
        <p:spPr>
          <a:xfrm>
            <a:off x="802105" y="901914"/>
            <a:ext cx="8502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如果用户要采集后羿采集器上文档教程的内容，如果直接输入后羿采集器首页的网址，那我们是采集不到文档教程的内容的。</a:t>
            </a:r>
            <a:endParaRPr lang="LID4096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A4D5B55-8330-1363-BA39-7CD5F8452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451" y="1894221"/>
            <a:ext cx="8502317" cy="445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65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BDD8-2B43-B7AA-2BE9-93251829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C714F53-43BD-088E-0A92-813435D019FD}"/>
              </a:ext>
            </a:extLst>
          </p:cNvPr>
          <p:cNvSpPr txBox="1"/>
          <p:nvPr/>
        </p:nvSpPr>
        <p:spPr>
          <a:xfrm>
            <a:off x="3048000" y="2383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我们需要复制的是展示了采集对象的页面的网址，才能采集到具体内容，如下图所示的网址。</a:t>
            </a:r>
            <a:endParaRPr lang="LID4096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CFF885-D589-88AA-0646-F7354552C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536" y="1003844"/>
            <a:ext cx="10234863" cy="561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585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9287-D1C1-F57A-4FC0-C9A6E4E2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77862E-CDD2-497F-81EC-34464D6DD3D0}"/>
              </a:ext>
            </a:extLst>
          </p:cNvPr>
          <p:cNvSpPr txBox="1"/>
          <p:nvPr/>
        </p:nvSpPr>
        <p:spPr>
          <a:xfrm>
            <a:off x="4523873" y="962526"/>
            <a:ext cx="31442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NotoSansHans-Regular"/>
              </a:rPr>
              <a:t>什么是智能</a:t>
            </a:r>
            <a:r>
              <a:rPr lang="zh-CN" altLang="en-US" sz="3200" b="0" i="0" dirty="0">
                <a:solidFill>
                  <a:srgbClr val="333333"/>
                </a:solidFill>
                <a:effectLst/>
                <a:latin typeface="NotoSansHans-Regular"/>
              </a:rPr>
              <a:t>模式</a:t>
            </a:r>
            <a:endParaRPr lang="zh-CN" altLang="en-US" sz="2800" b="0" i="0" dirty="0">
              <a:solidFill>
                <a:srgbClr val="333333"/>
              </a:solidFill>
              <a:effectLst/>
              <a:latin typeface="NotoSansHans-Regular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37A3DE-30B9-8D70-BE4A-E6F8A19EC628}"/>
              </a:ext>
            </a:extLst>
          </p:cNvPr>
          <p:cNvSpPr txBox="1"/>
          <p:nvPr/>
        </p:nvSpPr>
        <p:spPr>
          <a:xfrm>
            <a:off x="3048000" y="2643050"/>
            <a:ext cx="60960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智能模式是</a:t>
            </a:r>
            <a:r>
              <a:rPr lang="zh-CN" altLang="en-US" b="0" i="0" u="none" strike="noStrike" dirty="0">
                <a:solidFill>
                  <a:srgbClr val="0F97FF"/>
                </a:solidFill>
                <a:effectLst/>
                <a:latin typeface="PingFangSC-Regular"/>
                <a:hlinkClick r:id="rId2"/>
              </a:rPr>
              <a:t>后羿采集器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团队基于人工智能技术研发的新一代采集模式。</a:t>
            </a:r>
          </a:p>
          <a:p>
            <a:pPr algn="l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该模式操作极其简单，只需要输入被采集的网址就能智能识别出网页中的内容，无需配置任何采集规则就能够完成数据的采集。</a:t>
            </a:r>
          </a:p>
        </p:txBody>
      </p:sp>
    </p:spTree>
    <p:extLst>
      <p:ext uri="{BB962C8B-B14F-4D97-AF65-F5344CB8AC3E}">
        <p14:creationId xmlns:p14="http://schemas.microsoft.com/office/powerpoint/2010/main" val="1304286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22F9-6D84-635F-79A9-D1464698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AE70B593-04A8-1501-7654-506260431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195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A0ABB-6179-EF9B-C23A-C4832179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42E2D453-04B1-57E4-C6BB-8E4254950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9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C37D-9F88-9AA6-62E2-1E6B6610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10992A53-B408-E752-1A87-7DAADE546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650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395B-14E1-DD98-F2AB-9032B9379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05ADAF37-9C87-75E2-2973-7CB31DE90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52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DD07-0331-32F4-EB9A-3320EF6B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B2106F6-19FA-B43E-E8AB-4882EEB82CEB}"/>
              </a:ext>
            </a:extLst>
          </p:cNvPr>
          <p:cNvSpPr txBox="1"/>
          <p:nvPr/>
        </p:nvSpPr>
        <p:spPr>
          <a:xfrm>
            <a:off x="1860884" y="1283368"/>
            <a:ext cx="845419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智能模式主要针对单页类型网页、列表类型网页和列表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SC-Regular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详情页类型的网页，在批量采集多个网址时，建议只输入同一种类型的网页，例如全部都是列表类型或全部都是内容类型。</a:t>
            </a:r>
          </a:p>
          <a:p>
            <a:pPr algn="l"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SC-Regular"/>
              </a:rPr>
              <a:t>不同类型的网页建议创建不同的任务进行采集。</a:t>
            </a:r>
          </a:p>
        </p:txBody>
      </p:sp>
    </p:spTree>
    <p:extLst>
      <p:ext uri="{BB962C8B-B14F-4D97-AF65-F5344CB8AC3E}">
        <p14:creationId xmlns:p14="http://schemas.microsoft.com/office/powerpoint/2010/main" val="124080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539</Words>
  <Application>Microsoft Office PowerPoint</Application>
  <PresentationFormat>宽屏</PresentationFormat>
  <Paragraphs>23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NotoSansHans-Regular</vt:lpstr>
      <vt:lpstr>PingFangSC-Regular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国栋 李</dc:creator>
  <cp:lastModifiedBy>国栋 李</cp:lastModifiedBy>
  <cp:revision>4</cp:revision>
  <dcterms:created xsi:type="dcterms:W3CDTF">2025-04-11T08:57:11Z</dcterms:created>
  <dcterms:modified xsi:type="dcterms:W3CDTF">2025-04-27T03:19:37Z</dcterms:modified>
</cp:coreProperties>
</file>