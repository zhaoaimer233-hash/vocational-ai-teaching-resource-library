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F5F26-DF8A-0241-1013-4C58AD27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0E7922-AB1A-C66C-0B09-5EC76A37F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C67B5-F81E-4D45-8F78-D3A44F30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E7ABB5-945A-4E07-0B22-55E0627C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F0BF2D-03A1-FF59-474C-8FABCD19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333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A4634-BC36-C7FC-4F32-34FA5A1EA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A29E89-41A7-BDF1-736B-C200D3446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52B48B-B826-ABFD-D3D2-25BDAF98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44341-E167-13BA-874C-50A3F6B2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9D5168-ADB6-741D-A30F-E8ACB70F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244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2C866-5183-79B7-D0A2-868FB9FD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136DA3-D286-94FD-B26A-486E3164C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325622-C5E6-4C21-F2EA-375004851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A5DCBA-0CD8-5ACE-59F1-9811900A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5EE29-3BD3-9244-6DBA-7F751289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127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FEEBBF-DA37-4FAF-6E58-1AB444D00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83CF5-FD06-3C2C-D0F5-E270E1D3B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85DBA4-C39E-ADEB-1AF8-63663157E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EF83BF-E698-762C-AC9C-B0A221BD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913E7F-F28B-722E-ED1F-AF8096F4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89B070-2BFD-1671-7CC9-FA390D15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016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A2AC6-D2E2-26A5-CCF6-41988C99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881BF5-78D6-17CF-868F-42FEBD737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9C74F-2334-1DF1-5BCE-54016DD52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3DC046-7568-F376-8576-922277E6E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911D9E-DF43-D90C-819B-D18CF0AA1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CF1FA5-0246-0CBD-1275-D3BFF459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1DCF18-28E8-141B-ED63-FB5333534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3BE074-04EA-A0C5-5744-1EA50D15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959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A2B15-E27C-B153-ACEC-B923EC9F0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FCC992-153A-F0FC-5F2A-1FCAC99B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0D8054-8190-D59D-E4B4-584E30AA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A81BDC-639F-62C6-82E0-39C8C9CA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5336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0E7391-5589-8E01-8C69-D75F9AE4D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E37D4E-009A-AE8D-EC2C-31EE700E9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E22DBA-AF25-F8BB-65CB-A58E6E39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329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CD7F9-E1E5-87E7-E786-0E4DD8F0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9588-D0CE-99EC-9FDB-C1FA28BC9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709E7B-F84D-7884-2DDF-630054F28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BBD2B2-DCEE-6B06-6416-E845C035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D0C7F5-BAA0-0635-19D5-EF12A26F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7F93EC-EAB5-CADC-3E37-5B916AE7F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125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CF341-21FB-8302-7175-6D2A2B73B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87D77E-D321-7ED9-D855-F8C3CADFC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D620C9-827E-7252-8D28-1932A3B4A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21A796-702B-A910-91F6-CC0FF7D8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D1F6C2-8F73-777B-8E6C-A87A3BBC2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EAF9DE-83FA-AFC9-2D95-724C59D5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1559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A9C44-77DD-28F0-7B66-B6B8B6D3E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8DCF49-B1BF-91AC-B8DB-047391A76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28FE16-8C7A-A071-8D61-76ED90DB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17C4B3-1ED3-FD6D-AC04-2D607F1A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75A18-EE8C-01B2-DCE6-EBAEE540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8633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740D16-8619-F23E-DA59-33B89B2FC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142820-0CAB-9DFC-7BDF-543FCBA13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60267F-632F-9617-EB2F-79C9BDBD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03F2E0-D540-68C0-A153-EBDE4153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71CC6F-EE0F-8208-CB82-AD72288A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2579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AB6B6F-6385-8AE1-619B-80B405AE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91711C-39D6-C01B-5DBC-FFD09968A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A6FE42-EA9A-B687-CD0C-BD4FD2586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38F97-0F77-48CD-886C-29D8D45517D5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3B92C5-307D-D5AE-4CB7-4B7A4AFC2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2D5C70-C72D-2AEA-682D-B173C9F29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18428-853B-48C2-B24E-93808DF600A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859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D436E-D49B-944B-9336-8525782108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4D3389-B61E-33E6-D96E-F3E7A6C14A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1E101F-825F-6A79-741E-523BB626D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0"/>
            <a:ext cx="119967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49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91EC3-F4CF-B00D-05E2-F51E1AA6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2BCE9-5DE1-D048-55F9-F9BE2F3582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55A823-C13E-3EC9-A4FF-9005D55BEA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402D34B-BF13-9522-255C-D85CE877C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63" y="0"/>
            <a:ext cx="9185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1057A-E320-B643-2346-D749363A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4B254-0311-B74F-3036-4F676BBDB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F96D79-2B40-36AA-3CFA-AC0EB03C9A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1785396-AF7F-AD02-D7DA-86AF28511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45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817D0-ECFF-CAC9-3D5D-5B5D08AF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21ADA-56F5-7C4F-B3D0-E93C4FC16D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4721E5-ABBF-058D-3F7D-477986318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C5EBDC-722F-872D-C4ED-5F2F854E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89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F80B0-6D5E-63E8-CB47-73EA3760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50C2E-FA74-CABC-A4EF-36E996A1F0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995F08-8C53-7864-3C17-DC4D2B6183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D80E0E0-3FA2-1ADC-FBE8-599104BFD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17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EEB6-1D3C-D750-261B-56B66102B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B53AF-EDA2-5A05-B18F-9B1A3CBA1A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0BB2B6-F1F7-E9CC-3F6A-673E2795F9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81CF5CD-4EF4-038C-9F8B-E74273D4A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41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51AA3-2806-CE0F-542C-1503F267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159D4-14AD-CC16-6625-FEAC96533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B40DC3-D9C7-E2A7-5322-3F5B09C64C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2AAE847-986E-2E92-401E-7139919E4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742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BD59-E858-6035-FD2A-3AA941E7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F3B83-21E5-FF6B-9731-FC224BB22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4B22AA-C8A5-286E-363D-162ED04DF9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BB54C1A-D5F1-8DA6-8E8C-244027485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244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FA79B-A705-75EA-09DE-422651867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30A19-F5E3-9E0B-9272-0BF0B0D9E1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256B7B-A113-EE64-66F0-7036F549D2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B892DE3-CD48-8A8A-B643-9B7C74B69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904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651E-772C-A35D-2117-E641D995D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B9DB5-AA03-2505-B689-5B0EC22344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0F84EF-3BEA-4E6B-C78F-531FEE505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45C41E1-0489-DDD3-DA0D-881BDA1EA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1A4C6-EC21-2535-D38A-6919B9E18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3C43F-A306-582E-C20B-52E6E149A0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FD99F0-AE05-AD8A-217F-B16FD9C7E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6EED0A3-4AE8-9F1A-A4F3-2F33283A0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605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D42C-BCE5-DB8B-41DF-17BF701A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03F1D-F9F4-EA9C-5BB0-CF5D39E031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429C70-BF7C-9AD1-57BE-552CACBF09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F12A24B-B3F5-9A76-FA6C-E7491B4B8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831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CFCD0-6762-2974-BC87-91C7CFD9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75C39-D886-8431-5D77-260AC844B9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332777-D568-477D-24C8-97430D7F0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8036623D-2440-8E9A-4B2C-CF4CD415F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0"/>
            <a:ext cx="10274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541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AE3607-EE22-DB3D-0B27-C55CD171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86D1BC-333E-B507-3B13-A83666266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F82BE19E-9EAC-C1D9-2306-F4D436E2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63" y="0"/>
            <a:ext cx="9185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878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国栋 李</dc:creator>
  <cp:lastModifiedBy>国栋 李</cp:lastModifiedBy>
  <cp:revision>1</cp:revision>
  <dcterms:created xsi:type="dcterms:W3CDTF">2025-04-11T08:59:10Z</dcterms:created>
  <dcterms:modified xsi:type="dcterms:W3CDTF">2025-04-11T09:00:38Z</dcterms:modified>
</cp:coreProperties>
</file>