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659A6-026F-DDA6-92F1-13A301E8F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D8E0A6-B71F-49A6-9211-B127FCBC2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86447E-1D09-D655-7454-6AC8C7E7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ADA98B-1CEB-8072-ADBD-DC12663F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CA7E71-7DA7-66AB-7C2D-B38AC1BE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06987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DAF63-3D18-C05E-EC3C-A678EB20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30FAA-5CE5-07A3-1EEF-7EC610AA5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E4E01C-72AB-F955-7920-E42A1415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3FAB52-918D-4C07-BF3F-5D61C970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79616E-E8F7-40EB-2098-40195D1A6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068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DC5CE-6CA6-69F2-3A82-E45EF694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79FBD1-18C0-CCB3-B5EF-52FEAD833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CC791D-400F-0809-3D2A-11F19C75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DBE94A-BEDA-4B7E-8F59-E2A4EAF6C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222933-9CBF-868D-ACC9-CC3AFED4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9794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E3CCC-B2F1-7060-CBBE-B5A9B2C2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08BF12-7023-6BC2-6D5D-BD2DA8F19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DF96F6-E0C2-4814-2790-028289189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999006-3412-83AE-296A-070008D7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C9759D-9937-1437-6306-E70D7540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CC3049-3823-841A-4FC9-5ADDF3DE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617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220CD-D2B7-FB53-D327-58E290CC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579EB7-43F5-5DFA-443E-94484DDA5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5AE1D0-1192-C002-D02C-1E4E98043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5E904A-AFF7-2E96-6AE8-A1635F13B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A62246-E0DB-9912-B9A3-CD8328B11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7F8A01-B7D5-247C-B430-04457780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45B14B-06DC-4D47-865F-75BC6FBD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E02A9F-38A7-6A03-4CB8-10C02480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461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578E5-BC6C-9487-D89F-304FC14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7C3BFD-48BB-4AB7-1E7B-3BF582C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6A4C36-B3FE-84F1-4EDC-833615E2C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9E4BF1-0464-E337-292C-61BB2F23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820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E710B8-1EAA-0B51-A8B8-1506CAEDC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C40A1E-281A-77FA-3196-6E23DCC6B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452B9D-75FC-F41C-21B8-EB577CDE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39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37BDD-4864-B39E-5C62-30641E3C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5A265B-BFFC-2F0B-9CF4-472A24C76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07D2C6-E035-1D55-B94D-582B120F6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5E229-F8FF-AACD-4AF4-EEFFFC88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7ECB8C-B2A0-1F14-C0DA-FE6C3624C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156F37-4726-83E0-9463-797E45F1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091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789A6-81AD-9F42-2C14-36D8CB75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B820B9-26D2-F2CB-AA1F-E37B70C0E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040D4D-2A11-6BCC-BD71-55828DA17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6F06D6-CC7E-6EEC-C96C-8D00E716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E057C9-3004-E6EE-5235-D5445E8D6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50444C-4D89-06C5-059B-929AA07B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0581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1AB88-8278-6E04-7867-9115F38A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1A2627-297F-A75C-4843-26A951E24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863F89-0026-0155-A8E7-8658B970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50988D-B401-EFA9-EEAC-0CE68045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1F9B3-4543-B6EB-2B4D-EBADC36B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252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E74B39-E5EC-2F42-DE8D-C973A31F2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05BADD-C533-8AE6-FF75-91161350A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BE7796-AD12-305E-50A3-97271393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FA05F-D976-5ED9-9540-4E136B88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9153F9-6713-5455-F08E-7481A459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5822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8C4F67-6B4C-8732-21DF-70C43741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E06912-34F2-6B23-D83F-7C5F7103E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729E96-934B-124F-B2AE-8444DCDEA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C860A-AD05-4719-A9E3-9926630A262D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B036BA-F12D-DE8D-5590-5F2793730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A9C0F5-83B3-787D-A8CE-9C5791AB2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673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18BF-1CDD-BC9C-E346-A949A8D8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28349-27A5-DB80-9907-860203D66F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C47F76-1AB9-C615-95E5-1EBFC4738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120DFF-1B14-A348-F4FA-05ECEB80E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181100"/>
            <a:ext cx="1171575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5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8EA3D-809F-2367-7BB8-F6762E086C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AB9D3F1-93C4-97FA-41C2-AF4F854072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E48C46-5433-A903-EF1C-374DE9A90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1243013"/>
            <a:ext cx="8286750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573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7576-47D8-B45B-D6D1-308F8DCF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8D120-E167-0091-B8AF-BB7E972AAD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1AAE0-6369-90D1-7D74-9412F2EED6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1CB93A5-EAF5-97F0-5FC8-409E03DEB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0"/>
            <a:ext cx="10299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544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478AC-40C2-C5FC-9D74-235F96E51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954C0-43C3-9258-9CC0-F2BC480138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52F320-C020-A376-3181-1C76F2B956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71577C-234C-DB79-E415-42FC5EAD8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0"/>
            <a:ext cx="10299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180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2BB69-12E4-BAA5-A635-CCB14B99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3601B-2D72-EAD4-FF57-8C52B50C4C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F45BD8-6454-05BE-85B6-0E46D0C214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13ED10C-D0CC-6953-48B4-9362E9824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0"/>
            <a:ext cx="10299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059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7948-98B1-F3A8-89D2-BD3E92C50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9EAC3-797B-F61C-4ADA-39F1BC1ED3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18A6AB-63AC-0ACC-448D-B0AFB0A3D3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3BD7415-0D71-94CC-2766-05F455A54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0"/>
            <a:ext cx="10299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82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75CE2-CD81-D4E1-75DF-4F601E36A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3B14C-33FC-B82F-AD26-AC76DDC1E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C398658-ACAB-194F-CCD4-D0EA46891E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979AA58-B9A9-23FD-29DC-0E3D6A3A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0"/>
            <a:ext cx="10299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315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5AFB-F8CE-AC3A-B390-46B3C8876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BC7E7-C65D-9F61-12C1-CB03DD2325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7C6E25-2E79-4964-645E-F4BA471CB7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6A28808-D73C-6E73-EFB7-9CC12827C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0"/>
            <a:ext cx="10299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423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90309-D775-61FF-92BA-85191B73D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722BE-A537-F13C-C7ED-63137FC95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3C4372-5BEC-04BB-6B1F-FF2DDFD8D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A440B22-7192-CBC2-48C5-191F5792D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0"/>
            <a:ext cx="10299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024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ABC67-835B-6C6D-F93D-C0A74560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AAB02-09B9-F15C-458A-9690CE4AA2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CB9BE6-0E6E-91F6-B028-A6079761B7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BE399AE-5DE7-360A-E9C3-1475394E4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0"/>
            <a:ext cx="10299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169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ACD4-2BDF-03DA-FA6E-BB4DCC906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A3201-6E2B-F937-9B00-456640F89D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B0169E-14DB-8A76-40AD-1426FBB0AE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55D40CE-CD92-8871-35C9-DFA7DD745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641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5EB69-316F-A07D-D706-5D6A2838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C175E-EC1E-2E0B-7543-4A3FE94CA7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D4F888-FD8E-6DEF-0F75-BA84D7418C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4A94F930-27E5-52A2-2F8C-A5ABAFE0F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1243013"/>
            <a:ext cx="8286750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823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24821-DA57-523A-C0AA-973881A1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633B0-249D-FF58-BFD1-E0EBE38573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1EC232-C221-F969-FA5E-E6C70734AA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3313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991F-B2D3-ED23-A382-F13FE03B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E6BB81-9CA4-7DC8-7A48-41C6A29221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208F1E-BDDE-E11B-DC22-17DC6FD3E0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108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79FD5-E5CA-11F4-BB64-510F69E56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066C7-0A11-E822-F0FB-427B07D15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C997BA-A5E6-6F56-F443-C7BE2FBAE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50466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03637-4732-52B2-0046-020191302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BDCFA-65D4-C360-4630-6BAAD6FD0D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3D08DC-D4C7-853A-C32C-75FD1AAB1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8614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国栋 李</dc:creator>
  <cp:lastModifiedBy>国栋 李</cp:lastModifiedBy>
  <cp:revision>1</cp:revision>
  <dcterms:created xsi:type="dcterms:W3CDTF">2025-04-11T08:57:11Z</dcterms:created>
  <dcterms:modified xsi:type="dcterms:W3CDTF">2025-04-11T08:59:03Z</dcterms:modified>
</cp:coreProperties>
</file>