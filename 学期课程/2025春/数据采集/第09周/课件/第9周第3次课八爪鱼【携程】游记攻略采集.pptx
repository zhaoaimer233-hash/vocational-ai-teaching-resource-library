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95411F-BB51-E621-35F6-41FEDF999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F7731BA-40EC-41FF-AC1A-8F244C240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865671-7E83-BAA7-A0B4-59378E7DD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A6FF8-3752-47AB-8E25-A986A8ECD33C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599745-9FFB-779F-0325-2676F993B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9D1A47-4775-D146-E051-D260DABA8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095FD-59EE-41EE-8EAD-F575D0AAF10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80579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A6309-DD85-2B08-AF95-30ACF71BC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FB2B57-A6D7-C9EB-D164-AC4F5EA25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828952-C4DE-3EEA-07BB-0E97E3869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A6FF8-3752-47AB-8E25-A986A8ECD33C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366BD5-C498-D5C7-1A12-BCBE42BCF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BD79A4-DC8F-2651-3783-AE4FD9D63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095FD-59EE-41EE-8EAD-F575D0AAF10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81674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F5B33A-BC6D-1023-997D-93FFF37B6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0479F9-01B2-9565-4646-4341BCEF1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BBD6B9-2437-1539-29B1-5B422CC8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A6FF8-3752-47AB-8E25-A986A8ECD33C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0F90C3-1B94-8700-2F82-3F49DE715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36833D-1818-1B9B-926C-89C400ACA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095FD-59EE-41EE-8EAD-F575D0AAF10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0918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ECE541-9DA1-6619-A5D2-CE2A93693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59924C-FC9D-D2AD-87F0-EC289D80DA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612846-0CF2-0AE9-C4E5-014E679A0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4FF470-80D5-357E-6B56-BE3DC7FA0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A6FF8-3752-47AB-8E25-A986A8ECD33C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34176B-E6A1-9351-7E0D-F84757068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5F6D63-679B-020B-9D09-0DABAA8F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095FD-59EE-41EE-8EAD-F575D0AAF10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11436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663882-D649-BE62-A35D-3126B7A9A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151477-FD97-9BDB-506E-E2FB55518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0FB7788-C69D-B302-B036-B9686FF69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E266F9-BAC5-4843-39DF-61120F6DB2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113582-18CF-6A89-103A-94A31A079D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82AA831-0142-48D3-B52C-2CD88789E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A6FF8-3752-47AB-8E25-A986A8ECD33C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C318E5A-FDDF-EC0D-A6C2-AC4CA2F52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9E06232-59C4-80EF-8876-4ED117CE6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095FD-59EE-41EE-8EAD-F575D0AAF10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05872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37C1A5-700E-F536-93FB-71DF05909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88777C0-7A99-766D-CDB8-D3BE35032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A6FF8-3752-47AB-8E25-A986A8ECD33C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7A0694-9730-DD73-B67D-6FA3A8896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6B9E40E-4BB9-2F3F-622C-C768B0CCB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095FD-59EE-41EE-8EAD-F575D0AAF10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38549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C7867AE-06BB-2998-40B3-8FE38FBA8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A6FF8-3752-47AB-8E25-A986A8ECD33C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A28E9DC-C171-25B3-733E-9ACD809FE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F973E7-7D98-7FE2-F20F-A85AC1DAE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095FD-59EE-41EE-8EAD-F575D0AAF10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11813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3D6A94-0F2B-4E39-DA5B-EEAFAFC34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4D696F-355C-AA17-F61C-7C20F1626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21F52A-494E-3B21-52AF-70DB36B30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86CFB2-FB75-9252-7B69-83702C3FF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A6FF8-3752-47AB-8E25-A986A8ECD33C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A17C81-C631-9CA0-18DA-9E79A1275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4FA477-5BD4-8296-CBB8-F1A115BB1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095FD-59EE-41EE-8EAD-F575D0AAF10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57278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28C63B-EC37-F39B-2B97-7A154E331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21DC440-CBB5-BD6B-6599-F65D7E8AD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4E499D-2E39-43AC-9275-0CB2C3ED0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A6AD96-7CDE-3C51-F796-3D4D2C7B9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A6FF8-3752-47AB-8E25-A986A8ECD33C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0E1651-FE3D-F3BB-9CE8-4E8E682D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59A79D-1D00-C32C-0B12-1C1AE3C5D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095FD-59EE-41EE-8EAD-F575D0AAF10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77266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0A5D46-872C-0605-A5AD-70FA3AC96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E8CA0B-6DC5-0477-DFB2-1D2C616F2C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16F3F4-36D6-DA4D-F92F-E09EF4489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A6FF8-3752-47AB-8E25-A986A8ECD33C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838A7E-D50B-6B97-1741-D8AC66047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67CB9D-DA3A-A9D5-9FE2-88F1DE74C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095FD-59EE-41EE-8EAD-F575D0AAF10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7879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68D07C3-566C-B8FD-4BDB-D6B80792A6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7A48B8-5081-402B-84F1-8F9595457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9A276F-3BF7-513C-89B3-9C90DD777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A6FF8-3752-47AB-8E25-A986A8ECD33C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4CAB82-7E68-E501-EF10-6C4E6ACC0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B8DCF1-D6D8-7014-32C2-ADC6788A1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095FD-59EE-41EE-8EAD-F575D0AAF10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85791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3CADFFE-B894-8088-23D8-2AB6367D7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13B589-51EB-922F-C7EB-1C6570DEF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D3206D-35B7-C938-036E-7250DD00A4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7A6FF8-3752-47AB-8E25-A986A8ECD33C}" type="datetimeFigureOut">
              <a:rPr lang="LID4096" smtClean="0"/>
              <a:t>04/11/2025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86D668-1C74-FCFC-1344-2DD9081323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5D0DC9-E5A4-B9A0-A441-F87E90B5B2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B095FD-59EE-41EE-8EAD-F575D0AAF10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67226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324617-FA1A-5C07-BCB6-615A65C99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 lang="LID4096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F44AC0E-F0F6-4AA5-374E-C962CFF782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8B69712-8AA7-7071-2B45-91F6C8614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975"/>
            <a:ext cx="12192000" cy="675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1273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74CE16-167B-FEB3-7852-8B9587524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543E33-8A85-47A4-9819-94C092424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FB77F58-779E-75FC-6981-CF8DD7737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0" y="0"/>
            <a:ext cx="115951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3831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371A8-2962-5B94-3DFB-C55D56BD9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68D667-2D70-EC35-786D-D2CAAF6C2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EF7DF5-B1AD-37B2-17EB-230BAECBC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DD11F60A-B569-4C8E-13F0-4336A567A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750"/>
            <a:ext cx="12192000" cy="654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9698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06BD2-D096-D02B-3FA6-5CBB36536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0290B7-FAA0-53EA-B2D2-53CEE28C4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DD11BA-879E-6BBC-FAF5-219DE3350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0597B02-D3A9-A8C9-E5EC-C6C5477E9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750"/>
            <a:ext cx="12192000" cy="654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2438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A36D7-EC9A-E2E5-4EFC-75FF99CBA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CE259-751B-240A-AE47-C21F81B3F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50BC47-438D-16E8-3EA3-0AFE1F5C8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1E91D4B-76CF-DB29-D10A-6F9FB019E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750"/>
            <a:ext cx="12192000" cy="654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4615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9C23F-8370-4FC4-0D2A-BED692120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CB22BB-3455-8848-672E-3B5B516C8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1815DF-1EA1-CEA0-8D93-18B9CB002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04FC610-7B06-4454-C0F0-C71956A57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750"/>
            <a:ext cx="12192000" cy="654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8352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C3375-B42F-9B0C-0505-E25DD92D9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FF2B0-E9F3-C1F3-1074-39222590B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808C86-D1A0-3B42-31F3-CC87D75FA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DF8EA59-246F-6FCA-5B5B-691DFD780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750"/>
            <a:ext cx="12192000" cy="654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5198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5F1BD7-049D-B265-4FB3-96017778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12DFD1-E0B3-609A-5347-8CE3436ED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8C0F4AC6-5A67-8BC6-70D8-3260C7D64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750"/>
            <a:ext cx="12192000" cy="654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9383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284F1-F95C-7FD1-4649-B6CC2EDE3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E75F5A-A980-A6C6-A74B-204741D1E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94F694-F314-941A-B8DE-579A22D44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75DB1FC0-F12D-60C0-8F45-0CEAA6842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750"/>
            <a:ext cx="12192000" cy="654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073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6D8EF-A440-EC28-DAD7-7B9505513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FDB487-C320-4089-712D-473044BA7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D41915-9C7A-82DE-C023-5D94A6E19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35B10CD6-03C4-EAB0-4E0C-F13ED9D02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750"/>
            <a:ext cx="12192000" cy="654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6338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73C9A-4265-BE2A-FBA5-F89CF32C6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0807E-F667-EB11-2568-66E8BC07D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6B236D-11C0-6C7C-9AA7-C83C326AB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D077A83A-95F2-59BA-EFC4-F35E733CF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750"/>
            <a:ext cx="12192000" cy="654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743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86A94-2352-AEFF-8EB0-10D18667E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C5A4DE-C2C7-5374-5103-5AE57B253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60A924-3786-1FAF-AC22-596FFFDB1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A0388CBE-3480-F579-82E9-8E7CD41AB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750"/>
            <a:ext cx="12192000" cy="654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586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1D6B03-3A6B-6204-EE91-D6F637B0F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D334E0-51A7-7E60-FCBA-FF9CA7AA0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895EDCEF-A6F2-4201-A55F-AB15316A4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563" y="1857375"/>
            <a:ext cx="7000875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432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7892A6-4701-19C2-CA25-646087986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B617F9-B1FA-B7E3-BADC-36E2D2507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6BC8CF57-279C-28B4-8E87-30C29C5AD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5100"/>
            <a:ext cx="12192000" cy="652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8547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国栋 李</dc:creator>
  <cp:lastModifiedBy>国栋 李</cp:lastModifiedBy>
  <cp:revision>1</cp:revision>
  <dcterms:created xsi:type="dcterms:W3CDTF">2025-04-11T08:54:54Z</dcterms:created>
  <dcterms:modified xsi:type="dcterms:W3CDTF">2025-04-11T08:56:49Z</dcterms:modified>
</cp:coreProperties>
</file>