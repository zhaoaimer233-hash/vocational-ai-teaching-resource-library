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82" r:id="rId2"/>
    <p:sldId id="283" r:id="rId3"/>
    <p:sldId id="284" r:id="rId4"/>
    <p:sldId id="285" r:id="rId5"/>
    <p:sldId id="286" r:id="rId6"/>
    <p:sldId id="288" r:id="rId7"/>
    <p:sldId id="287" r:id="rId8"/>
    <p:sldId id="290" r:id="rId9"/>
    <p:sldId id="289" r:id="rId10"/>
    <p:sldId id="291" r:id="rId11"/>
    <p:sldId id="297" r:id="rId12"/>
    <p:sldId id="295" r:id="rId13"/>
    <p:sldId id="292" r:id="rId14"/>
    <p:sldId id="296" r:id="rId15"/>
    <p:sldId id="293"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D4"/>
    <a:srgbClr val="F6E979"/>
    <a:srgbClr val="92B3AD"/>
    <a:srgbClr val="12857E"/>
    <a:srgbClr val="000000"/>
    <a:srgbClr val="FFFFFF"/>
    <a:srgbClr val="993300"/>
    <a:srgbClr val="CC3300"/>
    <a:srgbClr val="66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981" autoAdjust="0"/>
    <p:restoredTop sz="95244" autoAdjust="0"/>
  </p:normalViewPr>
  <p:slideViewPr>
    <p:cSldViewPr snapToGrid="0">
      <p:cViewPr varScale="1">
        <p:scale>
          <a:sx n="82" d="100"/>
          <a:sy n="82" d="100"/>
        </p:scale>
        <p:origin x="307" y="-82"/>
      </p:cViewPr>
      <p:guideLst/>
    </p:cSldViewPr>
  </p:slideViewPr>
  <p:outlineViewPr>
    <p:cViewPr>
      <p:scale>
        <a:sx n="33" d="100"/>
        <a:sy n="33" d="100"/>
      </p:scale>
      <p:origin x="0" y="-499"/>
    </p:cViewPr>
  </p:outlineViewPr>
  <p:notesTextViewPr>
    <p:cViewPr>
      <p:scale>
        <a:sx n="3" d="2"/>
        <a:sy n="3" d="2"/>
      </p:scale>
      <p:origin x="0" y="0"/>
    </p:cViewPr>
  </p:notesTextViewPr>
  <p:notesViewPr>
    <p:cSldViewPr snapToGrid="0">
      <p:cViewPr>
        <p:scale>
          <a:sx n="33" d="100"/>
          <a:sy n="33" d="100"/>
        </p:scale>
        <p:origin x="3114" y="10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ruel Tao" userId="5ea5c98d59b44d4b" providerId="LiveId" clId="{A4B67D7D-BC74-4496-B91F-814518757E7E}"/>
    <pc:docChg chg="undo redo custSel addSld delSld modSld sldOrd modMainMaster">
      <pc:chgData name="Scruel Tao" userId="5ea5c98d59b44d4b" providerId="LiveId" clId="{A4B67D7D-BC74-4496-B91F-814518757E7E}" dt="2023-06-02T13:44:05.669" v="5418" actId="20577"/>
      <pc:docMkLst>
        <pc:docMk/>
      </pc:docMkLst>
      <pc:sldChg chg="modSp add del mod modTransition">
        <pc:chgData name="Scruel Tao" userId="5ea5c98d59b44d4b" providerId="LiveId" clId="{A4B67D7D-BC74-4496-B91F-814518757E7E}" dt="2023-05-05T14:59:42.841" v="4763"/>
        <pc:sldMkLst>
          <pc:docMk/>
          <pc:sldMk cId="1112998187" sldId="257"/>
        </pc:sldMkLst>
        <pc:spChg chg="mod">
          <ac:chgData name="Scruel Tao" userId="5ea5c98d59b44d4b" providerId="LiveId" clId="{A4B67D7D-BC74-4496-B91F-814518757E7E}" dt="2023-04-26T04:42:35.630" v="12" actId="2711"/>
          <ac:spMkLst>
            <pc:docMk/>
            <pc:sldMk cId="1112998187" sldId="257"/>
            <ac:spMk id="2" creationId="{1422DFF6-0952-1023-64E3-97184D36BE3F}"/>
          </ac:spMkLst>
        </pc:spChg>
        <pc:spChg chg="mod">
          <ac:chgData name="Scruel Tao" userId="5ea5c98d59b44d4b" providerId="LiveId" clId="{A4B67D7D-BC74-4496-B91F-814518757E7E}" dt="2023-04-26T10:57:20.554" v="3112" actId="20577"/>
          <ac:spMkLst>
            <pc:docMk/>
            <pc:sldMk cId="1112998187" sldId="257"/>
            <ac:spMk id="3" creationId="{AC7759D9-0BB4-08ED-8476-24F7D903D6DE}"/>
          </ac:spMkLst>
        </pc:spChg>
      </pc:sldChg>
      <pc:sldChg chg="del">
        <pc:chgData name="Scruel Tao" userId="5ea5c98d59b44d4b" providerId="LiveId" clId="{A4B67D7D-BC74-4496-B91F-814518757E7E}" dt="2023-04-26T02:43:15.831" v="0" actId="47"/>
        <pc:sldMkLst>
          <pc:docMk/>
          <pc:sldMk cId="1199684676" sldId="259"/>
        </pc:sldMkLst>
      </pc:sldChg>
      <pc:sldChg chg="addSp delSp modSp mod modTransition">
        <pc:chgData name="Scruel Tao" userId="5ea5c98d59b44d4b" providerId="LiveId" clId="{A4B67D7D-BC74-4496-B91F-814518757E7E}" dt="2023-06-02T13:44:05.669" v="5418" actId="20577"/>
        <pc:sldMkLst>
          <pc:docMk/>
          <pc:sldMk cId="0" sldId="260"/>
        </pc:sldMkLst>
        <pc:spChg chg="del">
          <ac:chgData name="Scruel Tao" userId="5ea5c98d59b44d4b" providerId="LiveId" clId="{A4B67D7D-BC74-4496-B91F-814518757E7E}" dt="2023-05-16T03:56:28.323" v="5402" actId="478"/>
          <ac:spMkLst>
            <pc:docMk/>
            <pc:sldMk cId="0" sldId="260"/>
            <ac:spMk id="2" creationId="{51B8E4C0-E15B-4BD0-7B5B-A44A3D5B0C34}"/>
          </ac:spMkLst>
        </pc:spChg>
        <pc:spChg chg="del">
          <ac:chgData name="Scruel Tao" userId="5ea5c98d59b44d4b" providerId="LiveId" clId="{A4B67D7D-BC74-4496-B91F-814518757E7E}" dt="2023-05-03T00:08:03.807" v="4357" actId="478"/>
          <ac:spMkLst>
            <pc:docMk/>
            <pc:sldMk cId="0" sldId="260"/>
            <ac:spMk id="3" creationId="{C8068F35-EF78-6218-F528-48E9ED924DF4}"/>
          </ac:spMkLst>
        </pc:spChg>
        <pc:spChg chg="add mod">
          <ac:chgData name="Scruel Tao" userId="5ea5c98d59b44d4b" providerId="LiveId" clId="{A4B67D7D-BC74-4496-B91F-814518757E7E}" dt="2023-05-03T00:08:04.066" v="4358"/>
          <ac:spMkLst>
            <pc:docMk/>
            <pc:sldMk cId="0" sldId="260"/>
            <ac:spMk id="4" creationId="{50244003-1FC0-6A38-3D26-BD5D2D3A6137}"/>
          </ac:spMkLst>
        </pc:spChg>
        <pc:spChg chg="mod">
          <ac:chgData name="Scruel Tao" userId="5ea5c98d59b44d4b" providerId="LiveId" clId="{A4B67D7D-BC74-4496-B91F-814518757E7E}" dt="2023-06-02T13:44:05.669" v="5418" actId="20577"/>
          <ac:spMkLst>
            <pc:docMk/>
            <pc:sldMk cId="0" sldId="260"/>
            <ac:spMk id="1227783" creationId="{F7B3941E-B689-22D6-F18C-358E4BAEDF5F}"/>
          </ac:spMkLst>
        </pc:spChg>
      </pc:sldChg>
      <pc:sldChg chg="del">
        <pc:chgData name="Scruel Tao" userId="5ea5c98d59b44d4b" providerId="LiveId" clId="{A4B67D7D-BC74-4496-B91F-814518757E7E}" dt="2023-04-26T02:43:15.831" v="0" actId="47"/>
        <pc:sldMkLst>
          <pc:docMk/>
          <pc:sldMk cId="1751565490" sldId="276"/>
        </pc:sldMkLst>
      </pc:sldChg>
      <pc:sldChg chg="add del">
        <pc:chgData name="Scruel Tao" userId="5ea5c98d59b44d4b" providerId="LiveId" clId="{A4B67D7D-BC74-4496-B91F-814518757E7E}" dt="2023-05-01T18:26:47.620" v="4234" actId="47"/>
        <pc:sldMkLst>
          <pc:docMk/>
          <pc:sldMk cId="2706538019" sldId="277"/>
        </pc:sldMkLst>
      </pc:sldChg>
      <pc:sldChg chg="addSp delSp modSp add mod modTransition modClrScheme modAnim chgLayout">
        <pc:chgData name="Scruel Tao" userId="5ea5c98d59b44d4b" providerId="LiveId" clId="{A4B67D7D-BC74-4496-B91F-814518757E7E}" dt="2023-05-06T03:52:36.431" v="5154"/>
        <pc:sldMkLst>
          <pc:docMk/>
          <pc:sldMk cId="3519437269" sldId="279"/>
        </pc:sldMkLst>
        <pc:spChg chg="mod ord">
          <ac:chgData name="Scruel Tao" userId="5ea5c98d59b44d4b" providerId="LiveId" clId="{A4B67D7D-BC74-4496-B91F-814518757E7E}" dt="2023-04-26T07:41:54.752" v="134" actId="700"/>
          <ac:spMkLst>
            <pc:docMk/>
            <pc:sldMk cId="3519437269" sldId="279"/>
            <ac:spMk id="2" creationId="{BAD162F0-2175-84E9-2387-55F669162449}"/>
          </ac:spMkLst>
        </pc:spChg>
        <pc:spChg chg="mod ord">
          <ac:chgData name="Scruel Tao" userId="5ea5c98d59b44d4b" providerId="LiveId" clId="{A4B67D7D-BC74-4496-B91F-814518757E7E}" dt="2023-05-03T02:45:53.156" v="4460" actId="113"/>
          <ac:spMkLst>
            <pc:docMk/>
            <pc:sldMk cId="3519437269" sldId="279"/>
            <ac:spMk id="3" creationId="{0E2FC508-1AFD-A957-52F2-FA1DEF2A9D27}"/>
          </ac:spMkLst>
        </pc:spChg>
        <pc:spChg chg="add mod">
          <ac:chgData name="Scruel Tao" userId="5ea5c98d59b44d4b" providerId="LiveId" clId="{A4B67D7D-BC74-4496-B91F-814518757E7E}" dt="2023-05-06T03:52:23.477" v="5150" actId="14100"/>
          <ac:spMkLst>
            <pc:docMk/>
            <pc:sldMk cId="3519437269" sldId="279"/>
            <ac:spMk id="4" creationId="{3AE4DBCE-5183-83A0-C3C1-F3FADF7CE9AF}"/>
          </ac:spMkLst>
        </pc:spChg>
        <pc:spChg chg="mod">
          <ac:chgData name="Scruel Tao" userId="5ea5c98d59b44d4b" providerId="LiveId" clId="{A4B67D7D-BC74-4496-B91F-814518757E7E}" dt="2023-04-26T07:41:28.279" v="130" actId="1076"/>
          <ac:spMkLst>
            <pc:docMk/>
            <pc:sldMk cId="3519437269" sldId="279"/>
            <ac:spMk id="5" creationId="{B7A8CE03-6A77-60EC-056E-D7A0019640A3}"/>
          </ac:spMkLst>
        </pc:spChg>
        <pc:spChg chg="add del mod">
          <ac:chgData name="Scruel Tao" userId="5ea5c98d59b44d4b" providerId="LiveId" clId="{A4B67D7D-BC74-4496-B91F-814518757E7E}" dt="2023-04-30T14:02:15.295" v="3348"/>
          <ac:spMkLst>
            <pc:docMk/>
            <pc:sldMk cId="3519437269" sldId="279"/>
            <ac:spMk id="6" creationId="{1443A09F-B272-AF13-2D3F-428530A44207}"/>
          </ac:spMkLst>
        </pc:spChg>
        <pc:spChg chg="mod">
          <ac:chgData name="Scruel Tao" userId="5ea5c98d59b44d4b" providerId="LiveId" clId="{A4B67D7D-BC74-4496-B91F-814518757E7E}" dt="2023-04-29T18:12:50.536" v="3205" actId="113"/>
          <ac:spMkLst>
            <pc:docMk/>
            <pc:sldMk cId="3519437269" sldId="279"/>
            <ac:spMk id="7" creationId="{12C899D8-51C5-D9B7-A323-E6EFE4AB5C33}"/>
          </ac:spMkLst>
        </pc:spChg>
        <pc:spChg chg="add mod">
          <ac:chgData name="Scruel Tao" userId="5ea5c98d59b44d4b" providerId="LiveId" clId="{A4B67D7D-BC74-4496-B91F-814518757E7E}" dt="2023-05-06T03:52:33.931" v="5152" actId="14100"/>
          <ac:spMkLst>
            <pc:docMk/>
            <pc:sldMk cId="3519437269" sldId="279"/>
            <ac:spMk id="8" creationId="{99543AB7-F71C-AAA7-0DC4-EE20945758B0}"/>
          </ac:spMkLst>
        </pc:spChg>
      </pc:sldChg>
      <pc:sldChg chg="modSp add mod modTransition addAnim delAnim modAnim modNotesTx">
        <pc:chgData name="Scruel Tao" userId="5ea5c98d59b44d4b" providerId="LiveId" clId="{A4B67D7D-BC74-4496-B91F-814518757E7E}" dt="2023-05-08T01:18:07.472" v="5401" actId="20577"/>
        <pc:sldMkLst>
          <pc:docMk/>
          <pc:sldMk cId="3745708182" sldId="280"/>
        </pc:sldMkLst>
        <pc:spChg chg="mod">
          <ac:chgData name="Scruel Tao" userId="5ea5c98d59b44d4b" providerId="LiveId" clId="{A4B67D7D-BC74-4496-B91F-814518757E7E}" dt="2023-05-08T01:17:43.456" v="5381" actId="27636"/>
          <ac:spMkLst>
            <pc:docMk/>
            <pc:sldMk cId="3745708182" sldId="280"/>
            <ac:spMk id="3" creationId="{9E0BA8B8-92DA-1AC9-79B9-A552D184BB54}"/>
          </ac:spMkLst>
        </pc:spChg>
      </pc:sldChg>
      <pc:sldChg chg="modSp add mod modTransition modAnim">
        <pc:chgData name="Scruel Tao" userId="5ea5c98d59b44d4b" providerId="LiveId" clId="{A4B67D7D-BC74-4496-B91F-814518757E7E}" dt="2023-05-05T14:59:42.841" v="4763"/>
        <pc:sldMkLst>
          <pc:docMk/>
          <pc:sldMk cId="364430658" sldId="282"/>
        </pc:sldMkLst>
        <pc:spChg chg="mod">
          <ac:chgData name="Scruel Tao" userId="5ea5c98d59b44d4b" providerId="LiveId" clId="{A4B67D7D-BC74-4496-B91F-814518757E7E}" dt="2023-04-26T04:43:38.453" v="51"/>
          <ac:spMkLst>
            <pc:docMk/>
            <pc:sldMk cId="364430658" sldId="282"/>
            <ac:spMk id="2" creationId="{1CBF67D3-549D-0623-7687-618F66C7933B}"/>
          </ac:spMkLst>
        </pc:spChg>
        <pc:spChg chg="mod">
          <ac:chgData name="Scruel Tao" userId="5ea5c98d59b44d4b" providerId="LiveId" clId="{A4B67D7D-BC74-4496-B91F-814518757E7E}" dt="2023-05-01T16:07:16.666" v="4217" actId="5793"/>
          <ac:spMkLst>
            <pc:docMk/>
            <pc:sldMk cId="364430658" sldId="282"/>
            <ac:spMk id="5" creationId="{27E734E7-DC50-2043-E0F4-ADDF97100AAB}"/>
          </ac:spMkLst>
        </pc:spChg>
      </pc:sldChg>
      <pc:sldChg chg="modSp add del mod">
        <pc:chgData name="Scruel Tao" userId="5ea5c98d59b44d4b" providerId="LiveId" clId="{A4B67D7D-BC74-4496-B91F-814518757E7E}" dt="2023-04-26T07:50:16.307" v="648" actId="47"/>
        <pc:sldMkLst>
          <pc:docMk/>
          <pc:sldMk cId="388110602" sldId="283"/>
        </pc:sldMkLst>
        <pc:spChg chg="mod">
          <ac:chgData name="Scruel Tao" userId="5ea5c98d59b44d4b" providerId="LiveId" clId="{A4B67D7D-BC74-4496-B91F-814518757E7E}" dt="2023-04-26T07:42:36.750" v="152" actId="20577"/>
          <ac:spMkLst>
            <pc:docMk/>
            <pc:sldMk cId="388110602" sldId="283"/>
            <ac:spMk id="2" creationId="{BAD162F0-2175-84E9-2387-55F669162449}"/>
          </ac:spMkLst>
        </pc:spChg>
        <pc:spChg chg="mod">
          <ac:chgData name="Scruel Tao" userId="5ea5c98d59b44d4b" providerId="LiveId" clId="{A4B67D7D-BC74-4496-B91F-814518757E7E}" dt="2023-04-26T07:48:42.722" v="625" actId="20577"/>
          <ac:spMkLst>
            <pc:docMk/>
            <pc:sldMk cId="388110602" sldId="283"/>
            <ac:spMk id="3" creationId="{0E2FC508-1AFD-A957-52F2-FA1DEF2A9D27}"/>
          </ac:spMkLst>
        </pc:spChg>
        <pc:spChg chg="mod">
          <ac:chgData name="Scruel Tao" userId="5ea5c98d59b44d4b" providerId="LiveId" clId="{A4B67D7D-BC74-4496-B91F-814518757E7E}" dt="2023-04-26T07:48:23.240" v="585" actId="1076"/>
          <ac:spMkLst>
            <pc:docMk/>
            <pc:sldMk cId="388110602" sldId="283"/>
            <ac:spMk id="5" creationId="{B7A8CE03-6A77-60EC-056E-D7A0019640A3}"/>
          </ac:spMkLst>
        </pc:spChg>
        <pc:spChg chg="mod">
          <ac:chgData name="Scruel Tao" userId="5ea5c98d59b44d4b" providerId="LiveId" clId="{A4B67D7D-BC74-4496-B91F-814518757E7E}" dt="2023-04-26T07:47:52.228" v="498" actId="1036"/>
          <ac:spMkLst>
            <pc:docMk/>
            <pc:sldMk cId="388110602" sldId="283"/>
            <ac:spMk id="7" creationId="{12C899D8-51C5-D9B7-A323-E6EFE4AB5C33}"/>
          </ac:spMkLst>
        </pc:spChg>
      </pc:sldChg>
      <pc:sldChg chg="delSp modSp add del mod delAnim">
        <pc:chgData name="Scruel Tao" userId="5ea5c98d59b44d4b" providerId="LiveId" clId="{A4B67D7D-BC74-4496-B91F-814518757E7E}" dt="2023-04-30T14:57:53.088" v="3552" actId="47"/>
        <pc:sldMkLst>
          <pc:docMk/>
          <pc:sldMk cId="1866763616" sldId="284"/>
        </pc:sldMkLst>
        <pc:spChg chg="mod">
          <ac:chgData name="Scruel Tao" userId="5ea5c98d59b44d4b" providerId="LiveId" clId="{A4B67D7D-BC74-4496-B91F-814518757E7E}" dt="2023-04-26T07:50:29.895" v="660" actId="20577"/>
          <ac:spMkLst>
            <pc:docMk/>
            <pc:sldMk cId="1866763616" sldId="284"/>
            <ac:spMk id="2" creationId="{BAD162F0-2175-84E9-2387-55F669162449}"/>
          </ac:spMkLst>
        </pc:spChg>
        <pc:spChg chg="mod">
          <ac:chgData name="Scruel Tao" userId="5ea5c98d59b44d4b" providerId="LiveId" clId="{A4B67D7D-BC74-4496-B91F-814518757E7E}" dt="2023-04-30T14:03:00.791" v="3353" actId="20577"/>
          <ac:spMkLst>
            <pc:docMk/>
            <pc:sldMk cId="1866763616" sldId="284"/>
            <ac:spMk id="3" creationId="{0E2FC508-1AFD-A957-52F2-FA1DEF2A9D27}"/>
          </ac:spMkLst>
        </pc:spChg>
        <pc:spChg chg="del mod">
          <ac:chgData name="Scruel Tao" userId="5ea5c98d59b44d4b" providerId="LiveId" clId="{A4B67D7D-BC74-4496-B91F-814518757E7E}" dt="2023-04-30T14:03:03.154" v="3356" actId="478"/>
          <ac:spMkLst>
            <pc:docMk/>
            <pc:sldMk cId="1866763616" sldId="284"/>
            <ac:spMk id="5" creationId="{B7A8CE03-6A77-60EC-056E-D7A0019640A3}"/>
          </ac:spMkLst>
        </pc:spChg>
        <pc:spChg chg="del mod">
          <ac:chgData name="Scruel Tao" userId="5ea5c98d59b44d4b" providerId="LiveId" clId="{A4B67D7D-BC74-4496-B91F-814518757E7E}" dt="2023-04-30T14:03:01.849" v="3354" actId="478"/>
          <ac:spMkLst>
            <pc:docMk/>
            <pc:sldMk cId="1866763616" sldId="284"/>
            <ac:spMk id="7" creationId="{12C899D8-51C5-D9B7-A323-E6EFE4AB5C33}"/>
          </ac:spMkLst>
        </pc:spChg>
      </pc:sldChg>
      <pc:sldChg chg="modSp add del mod modTransition modAnim">
        <pc:chgData name="Scruel Tao" userId="5ea5c98d59b44d4b" providerId="LiveId" clId="{A4B67D7D-BC74-4496-B91F-814518757E7E}" dt="2023-05-27T02:40:08.731" v="5414"/>
        <pc:sldMkLst>
          <pc:docMk/>
          <pc:sldMk cId="3963807838" sldId="285"/>
        </pc:sldMkLst>
        <pc:spChg chg="mod">
          <ac:chgData name="Scruel Tao" userId="5ea5c98d59b44d4b" providerId="LiveId" clId="{A4B67D7D-BC74-4496-B91F-814518757E7E}" dt="2023-04-26T07:50:36.019" v="666" actId="20577"/>
          <ac:spMkLst>
            <pc:docMk/>
            <pc:sldMk cId="3963807838" sldId="285"/>
            <ac:spMk id="2" creationId="{BAD162F0-2175-84E9-2387-55F669162449}"/>
          </ac:spMkLst>
        </pc:spChg>
        <pc:spChg chg="mod">
          <ac:chgData name="Scruel Tao" userId="5ea5c98d59b44d4b" providerId="LiveId" clId="{A4B67D7D-BC74-4496-B91F-814518757E7E}" dt="2023-05-03T04:19:32.372" v="4489" actId="207"/>
          <ac:spMkLst>
            <pc:docMk/>
            <pc:sldMk cId="3963807838" sldId="285"/>
            <ac:spMk id="3" creationId="{0E2FC508-1AFD-A957-52F2-FA1DEF2A9D27}"/>
          </ac:spMkLst>
        </pc:spChg>
        <pc:spChg chg="mod">
          <ac:chgData name="Scruel Tao" userId="5ea5c98d59b44d4b" providerId="LiveId" clId="{A4B67D7D-BC74-4496-B91F-814518757E7E}" dt="2023-05-27T02:40:08.731" v="5414"/>
          <ac:spMkLst>
            <pc:docMk/>
            <pc:sldMk cId="3963807838" sldId="285"/>
            <ac:spMk id="5" creationId="{B7A8CE03-6A77-60EC-056E-D7A0019640A3}"/>
          </ac:spMkLst>
        </pc:spChg>
        <pc:spChg chg="mod">
          <ac:chgData name="Scruel Tao" userId="5ea5c98d59b44d4b" providerId="LiveId" clId="{A4B67D7D-BC74-4496-B91F-814518757E7E}" dt="2023-05-03T14:54:58.122" v="4586" actId="207"/>
          <ac:spMkLst>
            <pc:docMk/>
            <pc:sldMk cId="3963807838" sldId="285"/>
            <ac:spMk id="7" creationId="{12C899D8-51C5-D9B7-A323-E6EFE4AB5C33}"/>
          </ac:spMkLst>
        </pc:spChg>
      </pc:sldChg>
      <pc:sldChg chg="modSp add mod modTransition modAnim">
        <pc:chgData name="Scruel Tao" userId="5ea5c98d59b44d4b" providerId="LiveId" clId="{A4B67D7D-BC74-4496-B91F-814518757E7E}" dt="2023-05-05T14:59:42.841" v="4763"/>
        <pc:sldMkLst>
          <pc:docMk/>
          <pc:sldMk cId="2762830585" sldId="286"/>
        </pc:sldMkLst>
        <pc:spChg chg="mod">
          <ac:chgData name="Scruel Tao" userId="5ea5c98d59b44d4b" providerId="LiveId" clId="{A4B67D7D-BC74-4496-B91F-814518757E7E}" dt="2023-04-26T07:51:35.982" v="717" actId="20577"/>
          <ac:spMkLst>
            <pc:docMk/>
            <pc:sldMk cId="2762830585" sldId="286"/>
            <ac:spMk id="2" creationId="{BAD162F0-2175-84E9-2387-55F669162449}"/>
          </ac:spMkLst>
        </pc:spChg>
        <pc:spChg chg="mod">
          <ac:chgData name="Scruel Tao" userId="5ea5c98d59b44d4b" providerId="LiveId" clId="{A4B67D7D-BC74-4496-B91F-814518757E7E}" dt="2023-05-03T04:19:35.518" v="4490" actId="207"/>
          <ac:spMkLst>
            <pc:docMk/>
            <pc:sldMk cId="2762830585" sldId="286"/>
            <ac:spMk id="3" creationId="{0E2FC508-1AFD-A957-52F2-FA1DEF2A9D27}"/>
          </ac:spMkLst>
        </pc:spChg>
        <pc:spChg chg="mod">
          <ac:chgData name="Scruel Tao" userId="5ea5c98d59b44d4b" providerId="LiveId" clId="{A4B67D7D-BC74-4496-B91F-814518757E7E}" dt="2023-04-29T18:18:16.519" v="3299" actId="1076"/>
          <ac:spMkLst>
            <pc:docMk/>
            <pc:sldMk cId="2762830585" sldId="286"/>
            <ac:spMk id="5" creationId="{B7A8CE03-6A77-60EC-056E-D7A0019640A3}"/>
          </ac:spMkLst>
        </pc:spChg>
        <pc:spChg chg="mod">
          <ac:chgData name="Scruel Tao" userId="5ea5c98d59b44d4b" providerId="LiveId" clId="{A4B67D7D-BC74-4496-B91F-814518757E7E}" dt="2023-04-30T16:04:40.423" v="3668" actId="1076"/>
          <ac:spMkLst>
            <pc:docMk/>
            <pc:sldMk cId="2762830585" sldId="286"/>
            <ac:spMk id="7" creationId="{12C899D8-51C5-D9B7-A323-E6EFE4AB5C33}"/>
          </ac:spMkLst>
        </pc:spChg>
      </pc:sldChg>
      <pc:sldChg chg="modSp add del mod">
        <pc:chgData name="Scruel Tao" userId="5ea5c98d59b44d4b" providerId="LiveId" clId="{A4B67D7D-BC74-4496-B91F-814518757E7E}" dt="2023-04-26T07:56:59.302" v="857" actId="47"/>
        <pc:sldMkLst>
          <pc:docMk/>
          <pc:sldMk cId="4011397584" sldId="287"/>
        </pc:sldMkLst>
        <pc:spChg chg="mod">
          <ac:chgData name="Scruel Tao" userId="5ea5c98d59b44d4b" providerId="LiveId" clId="{A4B67D7D-BC74-4496-B91F-814518757E7E}" dt="2023-04-26T07:54:54.417" v="811" actId="20577"/>
          <ac:spMkLst>
            <pc:docMk/>
            <pc:sldMk cId="4011397584" sldId="287"/>
            <ac:spMk id="2" creationId="{BAD162F0-2175-84E9-2387-55F669162449}"/>
          </ac:spMkLst>
        </pc:spChg>
        <pc:spChg chg="mod">
          <ac:chgData name="Scruel Tao" userId="5ea5c98d59b44d4b" providerId="LiveId" clId="{A4B67D7D-BC74-4496-B91F-814518757E7E}" dt="2023-04-26T07:55:13.557" v="819" actId="20577"/>
          <ac:spMkLst>
            <pc:docMk/>
            <pc:sldMk cId="4011397584" sldId="287"/>
            <ac:spMk id="3" creationId="{0E2FC508-1AFD-A957-52F2-FA1DEF2A9D27}"/>
          </ac:spMkLst>
        </pc:spChg>
        <pc:spChg chg="mod">
          <ac:chgData name="Scruel Tao" userId="5ea5c98d59b44d4b" providerId="LiveId" clId="{A4B67D7D-BC74-4496-B91F-814518757E7E}" dt="2023-04-26T07:56:21.039" v="847" actId="1076"/>
          <ac:spMkLst>
            <pc:docMk/>
            <pc:sldMk cId="4011397584" sldId="287"/>
            <ac:spMk id="5" creationId="{B7A8CE03-6A77-60EC-056E-D7A0019640A3}"/>
          </ac:spMkLst>
        </pc:spChg>
        <pc:spChg chg="mod">
          <ac:chgData name="Scruel Tao" userId="5ea5c98d59b44d4b" providerId="LiveId" clId="{A4B67D7D-BC74-4496-B91F-814518757E7E}" dt="2023-04-26T07:56:09.397" v="840" actId="20577"/>
          <ac:spMkLst>
            <pc:docMk/>
            <pc:sldMk cId="4011397584" sldId="287"/>
            <ac:spMk id="7" creationId="{12C899D8-51C5-D9B7-A323-E6EFE4AB5C33}"/>
          </ac:spMkLst>
        </pc:spChg>
      </pc:sldChg>
      <pc:sldChg chg="modSp add mod modTransition modAnim">
        <pc:chgData name="Scruel Tao" userId="5ea5c98d59b44d4b" providerId="LiveId" clId="{A4B67D7D-BC74-4496-B91F-814518757E7E}" dt="2023-05-05T14:59:42.841" v="4763"/>
        <pc:sldMkLst>
          <pc:docMk/>
          <pc:sldMk cId="3407803589" sldId="288"/>
        </pc:sldMkLst>
        <pc:spChg chg="mod">
          <ac:chgData name="Scruel Tao" userId="5ea5c98d59b44d4b" providerId="LiveId" clId="{A4B67D7D-BC74-4496-B91F-814518757E7E}" dt="2023-05-03T02:17:14.867" v="4380" actId="2711"/>
          <ac:spMkLst>
            <pc:docMk/>
            <pc:sldMk cId="3407803589" sldId="288"/>
            <ac:spMk id="3" creationId="{0E2FC508-1AFD-A957-52F2-FA1DEF2A9D27}"/>
          </ac:spMkLst>
        </pc:spChg>
        <pc:spChg chg="mod">
          <ac:chgData name="Scruel Tao" userId="5ea5c98d59b44d4b" providerId="LiveId" clId="{A4B67D7D-BC74-4496-B91F-814518757E7E}" dt="2023-04-29T18:13:27.912" v="3221" actId="113"/>
          <ac:spMkLst>
            <pc:docMk/>
            <pc:sldMk cId="3407803589" sldId="288"/>
            <ac:spMk id="7" creationId="{12C899D8-51C5-D9B7-A323-E6EFE4AB5C33}"/>
          </ac:spMkLst>
        </pc:spChg>
      </pc:sldChg>
      <pc:sldChg chg="modSp add mod modTransition modAnim">
        <pc:chgData name="Scruel Tao" userId="5ea5c98d59b44d4b" providerId="LiveId" clId="{A4B67D7D-BC74-4496-B91F-814518757E7E}" dt="2023-05-06T10:04:24.407" v="5348" actId="20577"/>
        <pc:sldMkLst>
          <pc:docMk/>
          <pc:sldMk cId="140711154" sldId="289"/>
        </pc:sldMkLst>
        <pc:spChg chg="mod">
          <ac:chgData name="Scruel Tao" userId="5ea5c98d59b44d4b" providerId="LiveId" clId="{A4B67D7D-BC74-4496-B91F-814518757E7E}" dt="2023-05-03T04:19:43.899" v="4491" actId="20577"/>
          <ac:spMkLst>
            <pc:docMk/>
            <pc:sldMk cId="140711154" sldId="289"/>
            <ac:spMk id="3" creationId="{0E2FC508-1AFD-A957-52F2-FA1DEF2A9D27}"/>
          </ac:spMkLst>
        </pc:spChg>
        <pc:spChg chg="mod">
          <ac:chgData name="Scruel Tao" userId="5ea5c98d59b44d4b" providerId="LiveId" clId="{A4B67D7D-BC74-4496-B91F-814518757E7E}" dt="2023-04-30T14:26:32.150" v="3374" actId="1076"/>
          <ac:spMkLst>
            <pc:docMk/>
            <pc:sldMk cId="140711154" sldId="289"/>
            <ac:spMk id="5" creationId="{B7A8CE03-6A77-60EC-056E-D7A0019640A3}"/>
          </ac:spMkLst>
        </pc:spChg>
        <pc:spChg chg="mod">
          <ac:chgData name="Scruel Tao" userId="5ea5c98d59b44d4b" providerId="LiveId" clId="{A4B67D7D-BC74-4496-B91F-814518757E7E}" dt="2023-05-06T10:04:24.407" v="5348" actId="20577"/>
          <ac:spMkLst>
            <pc:docMk/>
            <pc:sldMk cId="140711154" sldId="289"/>
            <ac:spMk id="7" creationId="{12C899D8-51C5-D9B7-A323-E6EFE4AB5C33}"/>
          </ac:spMkLst>
        </pc:spChg>
      </pc:sldChg>
      <pc:sldChg chg="addSp delSp modSp add mod modTransition delAnim modAnim">
        <pc:chgData name="Scruel Tao" userId="5ea5c98d59b44d4b" providerId="LiveId" clId="{A4B67D7D-BC74-4496-B91F-814518757E7E}" dt="2023-05-05T14:59:42.841" v="4763"/>
        <pc:sldMkLst>
          <pc:docMk/>
          <pc:sldMk cId="3974892786" sldId="290"/>
        </pc:sldMkLst>
        <pc:spChg chg="mod">
          <ac:chgData name="Scruel Tao" userId="5ea5c98d59b44d4b" providerId="LiveId" clId="{A4B67D7D-BC74-4496-B91F-814518757E7E}" dt="2023-05-03T02:46:12.161" v="4475" actId="5793"/>
          <ac:spMkLst>
            <pc:docMk/>
            <pc:sldMk cId="3974892786" sldId="290"/>
            <ac:spMk id="3" creationId="{0E2FC508-1AFD-A957-52F2-FA1DEF2A9D27}"/>
          </ac:spMkLst>
        </pc:spChg>
        <pc:spChg chg="del">
          <ac:chgData name="Scruel Tao" userId="5ea5c98d59b44d4b" providerId="LiveId" clId="{A4B67D7D-BC74-4496-B91F-814518757E7E}" dt="2023-04-26T08:01:41.103" v="1062" actId="478"/>
          <ac:spMkLst>
            <pc:docMk/>
            <pc:sldMk cId="3974892786" sldId="290"/>
            <ac:spMk id="5" creationId="{B7A8CE03-6A77-60EC-056E-D7A0019640A3}"/>
          </ac:spMkLst>
        </pc:spChg>
        <pc:spChg chg="add del mod">
          <ac:chgData name="Scruel Tao" userId="5ea5c98d59b44d4b" providerId="LiveId" clId="{A4B67D7D-BC74-4496-B91F-814518757E7E}" dt="2023-04-26T08:02:36.267" v="1082" actId="478"/>
          <ac:spMkLst>
            <pc:docMk/>
            <pc:sldMk cId="3974892786" sldId="290"/>
            <ac:spMk id="6" creationId="{19C7C97F-353F-03D1-5B5C-1E7DBD5E0075}"/>
          </ac:spMkLst>
        </pc:spChg>
        <pc:spChg chg="mod">
          <ac:chgData name="Scruel Tao" userId="5ea5c98d59b44d4b" providerId="LiveId" clId="{A4B67D7D-BC74-4496-B91F-814518757E7E}" dt="2023-04-29T18:14:01.806" v="3233" actId="113"/>
          <ac:spMkLst>
            <pc:docMk/>
            <pc:sldMk cId="3974892786" sldId="290"/>
            <ac:spMk id="7" creationId="{12C899D8-51C5-D9B7-A323-E6EFE4AB5C33}"/>
          </ac:spMkLst>
        </pc:spChg>
      </pc:sldChg>
      <pc:sldChg chg="add del">
        <pc:chgData name="Scruel Tao" userId="5ea5c98d59b44d4b" providerId="LiveId" clId="{A4B67D7D-BC74-4496-B91F-814518757E7E}" dt="2023-04-26T07:57:05.165" v="860"/>
        <pc:sldMkLst>
          <pc:docMk/>
          <pc:sldMk cId="4273177080" sldId="290"/>
        </pc:sldMkLst>
      </pc:sldChg>
      <pc:sldChg chg="addSp delSp modSp add mod modTransition modAnim modNotesTx">
        <pc:chgData name="Scruel Tao" userId="5ea5c98d59b44d4b" providerId="LiveId" clId="{A4B67D7D-BC74-4496-B91F-814518757E7E}" dt="2023-05-06T03:52:46.379" v="5157"/>
        <pc:sldMkLst>
          <pc:docMk/>
          <pc:sldMk cId="1363497738" sldId="291"/>
        </pc:sldMkLst>
        <pc:spChg chg="mod">
          <ac:chgData name="Scruel Tao" userId="5ea5c98d59b44d4b" providerId="LiveId" clId="{A4B67D7D-BC74-4496-B91F-814518757E7E}" dt="2023-04-26T08:03:13.191" v="1113" actId="2711"/>
          <ac:spMkLst>
            <pc:docMk/>
            <pc:sldMk cId="1363497738" sldId="291"/>
            <ac:spMk id="2" creationId="{BAD162F0-2175-84E9-2387-55F669162449}"/>
          </ac:spMkLst>
        </pc:spChg>
        <pc:spChg chg="mod">
          <ac:chgData name="Scruel Tao" userId="5ea5c98d59b44d4b" providerId="LiveId" clId="{A4B67D7D-BC74-4496-B91F-814518757E7E}" dt="2023-05-03T02:18:20.345" v="4391" actId="2711"/>
          <ac:spMkLst>
            <pc:docMk/>
            <pc:sldMk cId="1363497738" sldId="291"/>
            <ac:spMk id="3" creationId="{0E2FC508-1AFD-A957-52F2-FA1DEF2A9D27}"/>
          </ac:spMkLst>
        </pc:spChg>
        <pc:spChg chg="add mod">
          <ac:chgData name="Scruel Tao" userId="5ea5c98d59b44d4b" providerId="LiveId" clId="{A4B67D7D-BC74-4496-B91F-814518757E7E}" dt="2023-04-30T15:55:50.577" v="3586" actId="207"/>
          <ac:spMkLst>
            <pc:docMk/>
            <pc:sldMk cId="1363497738" sldId="291"/>
            <ac:spMk id="4" creationId="{1240B367-5845-5646-7A17-5047501A0AF2}"/>
          </ac:spMkLst>
        </pc:spChg>
        <pc:spChg chg="add mod">
          <ac:chgData name="Scruel Tao" userId="5ea5c98d59b44d4b" providerId="LiveId" clId="{A4B67D7D-BC74-4496-B91F-814518757E7E}" dt="2023-04-26T08:05:47.116" v="1175" actId="1076"/>
          <ac:spMkLst>
            <pc:docMk/>
            <pc:sldMk cId="1363497738" sldId="291"/>
            <ac:spMk id="5" creationId="{C2806D0C-9D45-8455-3EF3-A2BE259C34B7}"/>
          </ac:spMkLst>
        </pc:spChg>
        <pc:spChg chg="add mod">
          <ac:chgData name="Scruel Tao" userId="5ea5c98d59b44d4b" providerId="LiveId" clId="{A4B67D7D-BC74-4496-B91F-814518757E7E}" dt="2023-05-06T03:52:44.030" v="5155" actId="14100"/>
          <ac:spMkLst>
            <pc:docMk/>
            <pc:sldMk cId="1363497738" sldId="291"/>
            <ac:spMk id="6" creationId="{E9BFEB5B-C125-3171-A209-780B8C73A101}"/>
          </ac:spMkLst>
        </pc:spChg>
        <pc:spChg chg="del">
          <ac:chgData name="Scruel Tao" userId="5ea5c98d59b44d4b" providerId="LiveId" clId="{A4B67D7D-BC74-4496-B91F-814518757E7E}" dt="2023-04-26T08:03:58.526" v="1125" actId="478"/>
          <ac:spMkLst>
            <pc:docMk/>
            <pc:sldMk cId="1363497738" sldId="291"/>
            <ac:spMk id="7" creationId="{12C899D8-51C5-D9B7-A323-E6EFE4AB5C33}"/>
          </ac:spMkLst>
        </pc:spChg>
        <pc:picChg chg="add del">
          <ac:chgData name="Scruel Tao" userId="5ea5c98d59b44d4b" providerId="LiveId" clId="{A4B67D7D-BC74-4496-B91F-814518757E7E}" dt="2023-04-30T15:16:35.980" v="3555" actId="478"/>
          <ac:picMkLst>
            <pc:docMk/>
            <pc:sldMk cId="1363497738" sldId="291"/>
            <ac:picMk id="8" creationId="{CDE81AC9-3DF3-D504-C6E7-C867FE58AC3B}"/>
          </ac:picMkLst>
        </pc:picChg>
      </pc:sldChg>
      <pc:sldChg chg="addSp delSp modSp add mod modTransition delAnim modAnim modNotesTx">
        <pc:chgData name="Scruel Tao" userId="5ea5c98d59b44d4b" providerId="LiveId" clId="{A4B67D7D-BC74-4496-B91F-814518757E7E}" dt="2023-05-05T14:59:42.841" v="4763"/>
        <pc:sldMkLst>
          <pc:docMk/>
          <pc:sldMk cId="1527748610" sldId="292"/>
        </pc:sldMkLst>
        <pc:spChg chg="mod">
          <ac:chgData name="Scruel Tao" userId="5ea5c98d59b44d4b" providerId="LiveId" clId="{A4B67D7D-BC74-4496-B91F-814518757E7E}" dt="2023-05-03T02:19:09.586" v="4404" actId="113"/>
          <ac:spMkLst>
            <pc:docMk/>
            <pc:sldMk cId="1527748610" sldId="292"/>
            <ac:spMk id="3" creationId="{0E2FC508-1AFD-A957-52F2-FA1DEF2A9D27}"/>
          </ac:spMkLst>
        </pc:spChg>
        <pc:spChg chg="add mod">
          <ac:chgData name="Scruel Tao" userId="5ea5c98d59b44d4b" providerId="LiveId" clId="{A4B67D7D-BC74-4496-B91F-814518757E7E}" dt="2023-04-30T15:57:42.240" v="3592" actId="207"/>
          <ac:spMkLst>
            <pc:docMk/>
            <pc:sldMk cId="1527748610" sldId="292"/>
            <ac:spMk id="4" creationId="{50D9FEDD-66BF-5F86-4BE7-8DACB8F1C0E2}"/>
          </ac:spMkLst>
        </pc:spChg>
        <pc:spChg chg="add mod">
          <ac:chgData name="Scruel Tao" userId="5ea5c98d59b44d4b" providerId="LiveId" clId="{A4B67D7D-BC74-4496-B91F-814518757E7E}" dt="2023-04-26T08:08:24.333" v="1221" actId="1076"/>
          <ac:spMkLst>
            <pc:docMk/>
            <pc:sldMk cId="1527748610" sldId="292"/>
            <ac:spMk id="5" creationId="{114C6B1E-0645-32EC-965D-5D337B1B8CB3}"/>
          </ac:spMkLst>
        </pc:spChg>
        <pc:spChg chg="add del mod">
          <ac:chgData name="Scruel Tao" userId="5ea5c98d59b44d4b" providerId="LiveId" clId="{A4B67D7D-BC74-4496-B91F-814518757E7E}" dt="2023-05-01T13:24:42.395" v="3886" actId="21"/>
          <ac:spMkLst>
            <pc:docMk/>
            <pc:sldMk cId="1527748610" sldId="292"/>
            <ac:spMk id="6" creationId="{006661F2-EEC3-0C6B-45E4-9A43417C2037}"/>
          </ac:spMkLst>
        </pc:spChg>
        <pc:spChg chg="add del mod">
          <ac:chgData name="Scruel Tao" userId="5ea5c98d59b44d4b" providerId="LiveId" clId="{A4B67D7D-BC74-4496-B91F-814518757E7E}" dt="2023-04-30T16:00:11.235" v="3598" actId="21"/>
          <ac:spMkLst>
            <pc:docMk/>
            <pc:sldMk cId="1527748610" sldId="292"/>
            <ac:spMk id="6" creationId="{B50DFD9A-4504-3C00-7B23-46D685063EF0}"/>
          </ac:spMkLst>
        </pc:spChg>
        <pc:spChg chg="add del mod">
          <ac:chgData name="Scruel Tao" userId="5ea5c98d59b44d4b" providerId="LiveId" clId="{A4B67D7D-BC74-4496-B91F-814518757E7E}" dt="2023-05-01T13:24:42.395" v="3886" actId="21"/>
          <ac:spMkLst>
            <pc:docMk/>
            <pc:sldMk cId="1527748610" sldId="292"/>
            <ac:spMk id="7" creationId="{260C125D-8695-2F55-410D-3678B2BDB411}"/>
          </ac:spMkLst>
        </pc:spChg>
        <pc:spChg chg="add del mod">
          <ac:chgData name="Scruel Tao" userId="5ea5c98d59b44d4b" providerId="LiveId" clId="{A4B67D7D-BC74-4496-B91F-814518757E7E}" dt="2023-05-01T13:24:42.395" v="3886" actId="21"/>
          <ac:spMkLst>
            <pc:docMk/>
            <pc:sldMk cId="1527748610" sldId="292"/>
            <ac:spMk id="8" creationId="{9E4B026F-3EC0-5C83-EE8E-BDEA0A189932}"/>
          </ac:spMkLst>
        </pc:spChg>
        <pc:picChg chg="add del">
          <ac:chgData name="Scruel Tao" userId="5ea5c98d59b44d4b" providerId="LiveId" clId="{A4B67D7D-BC74-4496-B91F-814518757E7E}" dt="2023-04-30T15:39:46.965" v="3571" actId="478"/>
          <ac:picMkLst>
            <pc:docMk/>
            <pc:sldMk cId="1527748610" sldId="292"/>
            <ac:picMk id="8" creationId="{CFA0ED0B-D6B5-18E9-059D-94FC5BFDDF41}"/>
          </ac:picMkLst>
        </pc:picChg>
      </pc:sldChg>
      <pc:sldChg chg="modSp add del mod">
        <pc:chgData name="Scruel Tao" userId="5ea5c98d59b44d4b" providerId="LiveId" clId="{A4B67D7D-BC74-4496-B91F-814518757E7E}" dt="2023-04-26T08:08:07.604" v="1215" actId="47"/>
        <pc:sldMkLst>
          <pc:docMk/>
          <pc:sldMk cId="1670702621" sldId="293"/>
        </pc:sldMkLst>
        <pc:spChg chg="mod">
          <ac:chgData name="Scruel Tao" userId="5ea5c98d59b44d4b" providerId="LiveId" clId="{A4B67D7D-BC74-4496-B91F-814518757E7E}" dt="2023-04-26T08:08:00.468" v="1213" actId="14100"/>
          <ac:spMkLst>
            <pc:docMk/>
            <pc:sldMk cId="1670702621" sldId="293"/>
            <ac:spMk id="4" creationId="{50D9FEDD-66BF-5F86-4BE7-8DACB8F1C0E2}"/>
          </ac:spMkLst>
        </pc:spChg>
        <pc:spChg chg="mod">
          <ac:chgData name="Scruel Tao" userId="5ea5c98d59b44d4b" providerId="LiveId" clId="{A4B67D7D-BC74-4496-B91F-814518757E7E}" dt="2023-04-26T08:07:38.038" v="1212" actId="20577"/>
          <ac:spMkLst>
            <pc:docMk/>
            <pc:sldMk cId="1670702621" sldId="293"/>
            <ac:spMk id="5" creationId="{114C6B1E-0645-32EC-965D-5D337B1B8CB3}"/>
          </ac:spMkLst>
        </pc:spChg>
      </pc:sldChg>
      <pc:sldChg chg="add del">
        <pc:chgData name="Scruel Tao" userId="5ea5c98d59b44d4b" providerId="LiveId" clId="{A4B67D7D-BC74-4496-B91F-814518757E7E}" dt="2023-04-26T08:04:40.588" v="1147"/>
        <pc:sldMkLst>
          <pc:docMk/>
          <pc:sldMk cId="2365399600" sldId="293"/>
        </pc:sldMkLst>
      </pc:sldChg>
      <pc:sldChg chg="addSp delSp modSp add mod modTransition modNotesTx">
        <pc:chgData name="Scruel Tao" userId="5ea5c98d59b44d4b" providerId="LiveId" clId="{A4B67D7D-BC74-4496-B91F-814518757E7E}" dt="2023-05-06T03:52:58.911" v="5159" actId="1076"/>
        <pc:sldMkLst>
          <pc:docMk/>
          <pc:sldMk cId="4100469980" sldId="293"/>
        </pc:sldMkLst>
        <pc:spChg chg="mod">
          <ac:chgData name="Scruel Tao" userId="5ea5c98d59b44d4b" providerId="LiveId" clId="{A4B67D7D-BC74-4496-B91F-814518757E7E}" dt="2023-05-03T02:19:15.967" v="4406"/>
          <ac:spMkLst>
            <pc:docMk/>
            <pc:sldMk cId="4100469980" sldId="293"/>
            <ac:spMk id="3" creationId="{0E2FC508-1AFD-A957-52F2-FA1DEF2A9D27}"/>
          </ac:spMkLst>
        </pc:spChg>
        <pc:spChg chg="mod">
          <ac:chgData name="Scruel Tao" userId="5ea5c98d59b44d4b" providerId="LiveId" clId="{A4B67D7D-BC74-4496-B91F-814518757E7E}" dt="2023-04-30T16:00:23.121" v="3602" actId="207"/>
          <ac:spMkLst>
            <pc:docMk/>
            <pc:sldMk cId="4100469980" sldId="293"/>
            <ac:spMk id="4" creationId="{50D9FEDD-66BF-5F86-4BE7-8DACB8F1C0E2}"/>
          </ac:spMkLst>
        </pc:spChg>
        <pc:spChg chg="mod">
          <ac:chgData name="Scruel Tao" userId="5ea5c98d59b44d4b" providerId="LiveId" clId="{A4B67D7D-BC74-4496-B91F-814518757E7E}" dt="2023-04-26T08:08:34.741" v="1228" actId="20577"/>
          <ac:spMkLst>
            <pc:docMk/>
            <pc:sldMk cId="4100469980" sldId="293"/>
            <ac:spMk id="5" creationId="{114C6B1E-0645-32EC-965D-5D337B1B8CB3}"/>
          </ac:spMkLst>
        </pc:spChg>
        <pc:spChg chg="add del mod">
          <ac:chgData name="Scruel Tao" userId="5ea5c98d59b44d4b" providerId="LiveId" clId="{A4B67D7D-BC74-4496-B91F-814518757E7E}" dt="2023-04-30T14:44:23.300" v="3526"/>
          <ac:spMkLst>
            <pc:docMk/>
            <pc:sldMk cId="4100469980" sldId="293"/>
            <ac:spMk id="6" creationId="{79A40B58-58EA-01A1-91AA-A163D39430A3}"/>
          </ac:spMkLst>
        </pc:spChg>
        <pc:spChg chg="add del mod">
          <ac:chgData name="Scruel Tao" userId="5ea5c98d59b44d4b" providerId="LiveId" clId="{A4B67D7D-BC74-4496-B91F-814518757E7E}" dt="2023-04-30T16:00:07.564" v="3597" actId="21"/>
          <ac:spMkLst>
            <pc:docMk/>
            <pc:sldMk cId="4100469980" sldId="293"/>
            <ac:spMk id="7" creationId="{AC261D66-3638-452D-1048-1362075CB2EA}"/>
          </ac:spMkLst>
        </pc:spChg>
        <pc:spChg chg="add mod">
          <ac:chgData name="Scruel Tao" userId="5ea5c98d59b44d4b" providerId="LiveId" clId="{A4B67D7D-BC74-4496-B91F-814518757E7E}" dt="2023-05-06T03:52:58.911" v="5159" actId="1076"/>
          <ac:spMkLst>
            <pc:docMk/>
            <pc:sldMk cId="4100469980" sldId="293"/>
            <ac:spMk id="8" creationId="{77811498-C764-E9CE-28CC-8001250E3146}"/>
          </ac:spMkLst>
        </pc:spChg>
        <pc:spChg chg="add del mod">
          <ac:chgData name="Scruel Tao" userId="5ea5c98d59b44d4b" providerId="LiveId" clId="{A4B67D7D-BC74-4496-B91F-814518757E7E}" dt="2023-04-30T14:44:48.317" v="3533"/>
          <ac:spMkLst>
            <pc:docMk/>
            <pc:sldMk cId="4100469980" sldId="293"/>
            <ac:spMk id="9" creationId="{5C6C2EAD-0388-11AA-A2F9-E0B0A348FC8F}"/>
          </ac:spMkLst>
        </pc:spChg>
        <pc:picChg chg="add del">
          <ac:chgData name="Scruel Tao" userId="5ea5c98d59b44d4b" providerId="LiveId" clId="{A4B67D7D-BC74-4496-B91F-814518757E7E}" dt="2023-04-30T16:01:24.969" v="3605" actId="21"/>
          <ac:picMkLst>
            <pc:docMk/>
            <pc:sldMk cId="4100469980" sldId="293"/>
            <ac:picMk id="11" creationId="{38DC7E5B-F8C4-D4AB-325B-F95BDB50B735}"/>
          </ac:picMkLst>
        </pc:picChg>
      </pc:sldChg>
      <pc:sldChg chg="addSp modSp add mod modTransition modAnim">
        <pc:chgData name="Scruel Tao" userId="5ea5c98d59b44d4b" providerId="LiveId" clId="{A4B67D7D-BC74-4496-B91F-814518757E7E}" dt="2023-05-05T14:59:42.841" v="4763"/>
        <pc:sldMkLst>
          <pc:docMk/>
          <pc:sldMk cId="2417152714" sldId="294"/>
        </pc:sldMkLst>
        <pc:spChg chg="mod">
          <ac:chgData name="Scruel Tao" userId="5ea5c98d59b44d4b" providerId="LiveId" clId="{A4B67D7D-BC74-4496-B91F-814518757E7E}" dt="2023-04-26T08:10:37.923" v="1314"/>
          <ac:spMkLst>
            <pc:docMk/>
            <pc:sldMk cId="2417152714" sldId="294"/>
            <ac:spMk id="2" creationId="{BAD162F0-2175-84E9-2387-55F669162449}"/>
          </ac:spMkLst>
        </pc:spChg>
        <pc:spChg chg="mod">
          <ac:chgData name="Scruel Tao" userId="5ea5c98d59b44d4b" providerId="LiveId" clId="{A4B67D7D-BC74-4496-B91F-814518757E7E}" dt="2023-04-30T14:34:41.788" v="3453" actId="5793"/>
          <ac:spMkLst>
            <pc:docMk/>
            <pc:sldMk cId="2417152714" sldId="294"/>
            <ac:spMk id="3" creationId="{0E2FC508-1AFD-A957-52F2-FA1DEF2A9D27}"/>
          </ac:spMkLst>
        </pc:spChg>
        <pc:spChg chg="mod">
          <ac:chgData name="Scruel Tao" userId="5ea5c98d59b44d4b" providerId="LiveId" clId="{A4B67D7D-BC74-4496-B91F-814518757E7E}" dt="2023-04-29T18:14:57.653" v="3258" actId="113"/>
          <ac:spMkLst>
            <pc:docMk/>
            <pc:sldMk cId="2417152714" sldId="294"/>
            <ac:spMk id="4" creationId="{50D9FEDD-66BF-5F86-4BE7-8DACB8F1C0E2}"/>
          </ac:spMkLst>
        </pc:spChg>
        <pc:spChg chg="mod">
          <ac:chgData name="Scruel Tao" userId="5ea5c98d59b44d4b" providerId="LiveId" clId="{A4B67D7D-BC74-4496-B91F-814518757E7E}" dt="2023-04-26T08:13:01.889" v="1449" actId="1076"/>
          <ac:spMkLst>
            <pc:docMk/>
            <pc:sldMk cId="2417152714" sldId="294"/>
            <ac:spMk id="5" creationId="{114C6B1E-0645-32EC-965D-5D337B1B8CB3}"/>
          </ac:spMkLst>
        </pc:spChg>
        <pc:spChg chg="add mod">
          <ac:chgData name="Scruel Tao" userId="5ea5c98d59b44d4b" providerId="LiveId" clId="{A4B67D7D-BC74-4496-B91F-814518757E7E}" dt="2023-04-30T14:30:39.061" v="3390" actId="1076"/>
          <ac:spMkLst>
            <pc:docMk/>
            <pc:sldMk cId="2417152714" sldId="294"/>
            <ac:spMk id="6" creationId="{F5D5D4D8-CC71-735F-BF6E-6794C1AABBBF}"/>
          </ac:spMkLst>
        </pc:spChg>
        <pc:spChg chg="add mod">
          <ac:chgData name="Scruel Tao" userId="5ea5c98d59b44d4b" providerId="LiveId" clId="{A4B67D7D-BC74-4496-B91F-814518757E7E}" dt="2023-04-30T14:30:45.555" v="3396" actId="1036"/>
          <ac:spMkLst>
            <pc:docMk/>
            <pc:sldMk cId="2417152714" sldId="294"/>
            <ac:spMk id="7" creationId="{EEA5EF62-C515-119D-E052-D9EA02F18989}"/>
          </ac:spMkLst>
        </pc:spChg>
        <pc:spChg chg="add mod">
          <ac:chgData name="Scruel Tao" userId="5ea5c98d59b44d4b" providerId="LiveId" clId="{A4B67D7D-BC74-4496-B91F-814518757E7E}" dt="2023-04-30T14:30:51.745" v="3398" actId="1076"/>
          <ac:spMkLst>
            <pc:docMk/>
            <pc:sldMk cId="2417152714" sldId="294"/>
            <ac:spMk id="8" creationId="{516C9177-F664-DC72-AD7B-6E297D12271A}"/>
          </ac:spMkLst>
        </pc:spChg>
      </pc:sldChg>
      <pc:sldChg chg="addSp modSp add mod modTransition">
        <pc:chgData name="Scruel Tao" userId="5ea5c98d59b44d4b" providerId="LiveId" clId="{A4B67D7D-BC74-4496-B91F-814518757E7E}" dt="2023-05-05T15:41:49.351" v="4941"/>
        <pc:sldMkLst>
          <pc:docMk/>
          <pc:sldMk cId="1222532665" sldId="295"/>
        </pc:sldMkLst>
        <pc:spChg chg="mod">
          <ac:chgData name="Scruel Tao" userId="5ea5c98d59b44d4b" providerId="LiveId" clId="{A4B67D7D-BC74-4496-B91F-814518757E7E}" dt="2023-05-05T15:41:17.343" v="4936" actId="21"/>
          <ac:spMkLst>
            <pc:docMk/>
            <pc:sldMk cId="1222532665" sldId="295"/>
            <ac:spMk id="3" creationId="{0E2FC508-1AFD-A957-52F2-FA1DEF2A9D27}"/>
          </ac:spMkLst>
        </pc:spChg>
        <pc:spChg chg="mod">
          <ac:chgData name="Scruel Tao" userId="5ea5c98d59b44d4b" providerId="LiveId" clId="{A4B67D7D-BC74-4496-B91F-814518757E7E}" dt="2023-05-03T14:55:14.680" v="4589" actId="207"/>
          <ac:spMkLst>
            <pc:docMk/>
            <pc:sldMk cId="1222532665" sldId="295"/>
            <ac:spMk id="4" creationId="{50D9FEDD-66BF-5F86-4BE7-8DACB8F1C0E2}"/>
          </ac:spMkLst>
        </pc:spChg>
        <pc:spChg chg="mod">
          <ac:chgData name="Scruel Tao" userId="5ea5c98d59b44d4b" providerId="LiveId" clId="{A4B67D7D-BC74-4496-B91F-814518757E7E}" dt="2023-04-26T08:23:51.800" v="1497" actId="21"/>
          <ac:spMkLst>
            <pc:docMk/>
            <pc:sldMk cId="1222532665" sldId="295"/>
            <ac:spMk id="5" creationId="{114C6B1E-0645-32EC-965D-5D337B1B8CB3}"/>
          </ac:spMkLst>
        </pc:spChg>
        <pc:spChg chg="add mod">
          <ac:chgData name="Scruel Tao" userId="5ea5c98d59b44d4b" providerId="LiveId" clId="{A4B67D7D-BC74-4496-B91F-814518757E7E}" dt="2023-04-30T14:31:02.112" v="3401"/>
          <ac:spMkLst>
            <pc:docMk/>
            <pc:sldMk cId="1222532665" sldId="295"/>
            <ac:spMk id="6" creationId="{B5C28D2F-693A-9182-1593-8F9743156F4D}"/>
          </ac:spMkLst>
        </pc:spChg>
        <pc:spChg chg="add mod">
          <ac:chgData name="Scruel Tao" userId="5ea5c98d59b44d4b" providerId="LiveId" clId="{A4B67D7D-BC74-4496-B91F-814518757E7E}" dt="2023-04-30T14:31:02.112" v="3401"/>
          <ac:spMkLst>
            <pc:docMk/>
            <pc:sldMk cId="1222532665" sldId="295"/>
            <ac:spMk id="7" creationId="{ED564CA0-1231-2B59-E4FE-AEFA9E525939}"/>
          </ac:spMkLst>
        </pc:spChg>
        <pc:spChg chg="add mod">
          <ac:chgData name="Scruel Tao" userId="5ea5c98d59b44d4b" providerId="LiveId" clId="{A4B67D7D-BC74-4496-B91F-814518757E7E}" dt="2023-04-30T14:31:02.112" v="3401"/>
          <ac:spMkLst>
            <pc:docMk/>
            <pc:sldMk cId="1222532665" sldId="295"/>
            <ac:spMk id="8" creationId="{686FF1B5-A21E-820D-A550-594355C6A680}"/>
          </ac:spMkLst>
        </pc:spChg>
      </pc:sldChg>
      <pc:sldChg chg="addSp delSp modSp add mod modTransition delAnim modAnim">
        <pc:chgData name="Scruel Tao" userId="5ea5c98d59b44d4b" providerId="LiveId" clId="{A4B67D7D-BC74-4496-B91F-814518757E7E}" dt="2023-05-06T08:42:49.738" v="5242" actId="478"/>
        <pc:sldMkLst>
          <pc:docMk/>
          <pc:sldMk cId="290961492" sldId="296"/>
        </pc:sldMkLst>
        <pc:spChg chg="mod">
          <ac:chgData name="Scruel Tao" userId="5ea5c98d59b44d4b" providerId="LiveId" clId="{A4B67D7D-BC74-4496-B91F-814518757E7E}" dt="2023-04-26T08:33:36.349" v="1548" actId="20577"/>
          <ac:spMkLst>
            <pc:docMk/>
            <pc:sldMk cId="290961492" sldId="296"/>
            <ac:spMk id="2" creationId="{BAD162F0-2175-84E9-2387-55F669162449}"/>
          </ac:spMkLst>
        </pc:spChg>
        <pc:spChg chg="mod">
          <ac:chgData name="Scruel Tao" userId="5ea5c98d59b44d4b" providerId="LiveId" clId="{A4B67D7D-BC74-4496-B91F-814518757E7E}" dt="2023-05-06T08:42:42.953" v="5237" actId="21"/>
          <ac:spMkLst>
            <pc:docMk/>
            <pc:sldMk cId="290961492" sldId="296"/>
            <ac:spMk id="3" creationId="{0E2FC508-1AFD-A957-52F2-FA1DEF2A9D27}"/>
          </ac:spMkLst>
        </pc:spChg>
        <pc:spChg chg="del mod">
          <ac:chgData name="Scruel Tao" userId="5ea5c98d59b44d4b" providerId="LiveId" clId="{A4B67D7D-BC74-4496-B91F-814518757E7E}" dt="2023-05-06T08:42:47.180" v="5239" actId="478"/>
          <ac:spMkLst>
            <pc:docMk/>
            <pc:sldMk cId="290961492" sldId="296"/>
            <ac:spMk id="4" creationId="{50D9FEDD-66BF-5F86-4BE7-8DACB8F1C0E2}"/>
          </ac:spMkLst>
        </pc:spChg>
        <pc:spChg chg="del mod">
          <ac:chgData name="Scruel Tao" userId="5ea5c98d59b44d4b" providerId="LiveId" clId="{A4B67D7D-BC74-4496-B91F-814518757E7E}" dt="2023-05-06T08:42:48.944" v="5241" actId="478"/>
          <ac:spMkLst>
            <pc:docMk/>
            <pc:sldMk cId="290961492" sldId="296"/>
            <ac:spMk id="5" creationId="{114C6B1E-0645-32EC-965D-5D337B1B8CB3}"/>
          </ac:spMkLst>
        </pc:spChg>
        <pc:spChg chg="add del mod">
          <ac:chgData name="Scruel Tao" userId="5ea5c98d59b44d4b" providerId="LiveId" clId="{A4B67D7D-BC74-4496-B91F-814518757E7E}" dt="2023-05-06T08:42:47.781" v="5240" actId="478"/>
          <ac:spMkLst>
            <pc:docMk/>
            <pc:sldMk cId="290961492" sldId="296"/>
            <ac:spMk id="6" creationId="{5E141099-A368-9FA1-DFD5-D35572374C33}"/>
          </ac:spMkLst>
        </pc:spChg>
        <pc:spChg chg="add del mod">
          <ac:chgData name="Scruel Tao" userId="5ea5c98d59b44d4b" providerId="LiveId" clId="{A4B67D7D-BC74-4496-B91F-814518757E7E}" dt="2023-05-06T08:42:49.738" v="5242" actId="478"/>
          <ac:spMkLst>
            <pc:docMk/>
            <pc:sldMk cId="290961492" sldId="296"/>
            <ac:spMk id="7" creationId="{BAC8C021-DD52-3CF3-8B63-C12029968772}"/>
          </ac:spMkLst>
        </pc:spChg>
      </pc:sldChg>
      <pc:sldChg chg="addSp delSp modSp add mod modTransition delAnim modAnim">
        <pc:chgData name="Scruel Tao" userId="5ea5c98d59b44d4b" providerId="LiveId" clId="{A4B67D7D-BC74-4496-B91F-814518757E7E}" dt="2023-05-05T14:59:42.841" v="4763"/>
        <pc:sldMkLst>
          <pc:docMk/>
          <pc:sldMk cId="911619738" sldId="297"/>
        </pc:sldMkLst>
        <pc:spChg chg="mod">
          <ac:chgData name="Scruel Tao" userId="5ea5c98d59b44d4b" providerId="LiveId" clId="{A4B67D7D-BC74-4496-B91F-814518757E7E}" dt="2023-04-26T08:44:53.410" v="2271" actId="20577"/>
          <ac:spMkLst>
            <pc:docMk/>
            <pc:sldMk cId="911619738" sldId="297"/>
            <ac:spMk id="2" creationId="{BAD162F0-2175-84E9-2387-55F669162449}"/>
          </ac:spMkLst>
        </pc:spChg>
        <pc:spChg chg="mod">
          <ac:chgData name="Scruel Tao" userId="5ea5c98d59b44d4b" providerId="LiveId" clId="{A4B67D7D-BC74-4496-B91F-814518757E7E}" dt="2023-05-03T02:46:20.495" v="4477" actId="5793"/>
          <ac:spMkLst>
            <pc:docMk/>
            <pc:sldMk cId="911619738" sldId="297"/>
            <ac:spMk id="3" creationId="{0E2FC508-1AFD-A957-52F2-FA1DEF2A9D27}"/>
          </ac:spMkLst>
        </pc:spChg>
        <pc:spChg chg="del">
          <ac:chgData name="Scruel Tao" userId="5ea5c98d59b44d4b" providerId="LiveId" clId="{A4B67D7D-BC74-4496-B91F-814518757E7E}" dt="2023-04-26T08:44:43.755" v="2249" actId="478"/>
          <ac:spMkLst>
            <pc:docMk/>
            <pc:sldMk cId="911619738" sldId="297"/>
            <ac:spMk id="4" creationId="{50D9FEDD-66BF-5F86-4BE7-8DACB8F1C0E2}"/>
          </ac:spMkLst>
        </pc:spChg>
        <pc:spChg chg="del">
          <ac:chgData name="Scruel Tao" userId="5ea5c98d59b44d4b" providerId="LiveId" clId="{A4B67D7D-BC74-4496-B91F-814518757E7E}" dt="2023-04-26T08:44:44.948" v="2250" actId="478"/>
          <ac:spMkLst>
            <pc:docMk/>
            <pc:sldMk cId="911619738" sldId="297"/>
            <ac:spMk id="5" creationId="{114C6B1E-0645-32EC-965D-5D337B1B8CB3}"/>
          </ac:spMkLst>
        </pc:spChg>
        <pc:spChg chg="add mod">
          <ac:chgData name="Scruel Tao" userId="5ea5c98d59b44d4b" providerId="LiveId" clId="{A4B67D7D-BC74-4496-B91F-814518757E7E}" dt="2023-04-29T18:19:00.660" v="3307" actId="113"/>
          <ac:spMkLst>
            <pc:docMk/>
            <pc:sldMk cId="911619738" sldId="297"/>
            <ac:spMk id="6" creationId="{673BAA3A-1392-2220-24BB-6CAA62BAAD2E}"/>
          </ac:spMkLst>
        </pc:spChg>
        <pc:spChg chg="add mod">
          <ac:chgData name="Scruel Tao" userId="5ea5c98d59b44d4b" providerId="LiveId" clId="{A4B67D7D-BC74-4496-B91F-814518757E7E}" dt="2023-04-29T18:18:59.828" v="3306" actId="113"/>
          <ac:spMkLst>
            <pc:docMk/>
            <pc:sldMk cId="911619738" sldId="297"/>
            <ac:spMk id="7" creationId="{06B272A8-1C5E-C57E-B172-13C1E45A8023}"/>
          </ac:spMkLst>
        </pc:spChg>
        <pc:spChg chg="add mod">
          <ac:chgData name="Scruel Tao" userId="5ea5c98d59b44d4b" providerId="LiveId" clId="{A4B67D7D-BC74-4496-B91F-814518757E7E}" dt="2023-05-03T02:20:21.341" v="4415" actId="2711"/>
          <ac:spMkLst>
            <pc:docMk/>
            <pc:sldMk cId="911619738" sldId="297"/>
            <ac:spMk id="8" creationId="{184F2196-FE00-2667-60B9-6F5A7FD2C898}"/>
          </ac:spMkLst>
        </pc:spChg>
      </pc:sldChg>
      <pc:sldChg chg="addSp modSp add mod modTransition modAnim modNotesTx">
        <pc:chgData name="Scruel Tao" userId="5ea5c98d59b44d4b" providerId="LiveId" clId="{A4B67D7D-BC74-4496-B91F-814518757E7E}" dt="2023-05-06T20:57:07.540" v="5360" actId="1076"/>
        <pc:sldMkLst>
          <pc:docMk/>
          <pc:sldMk cId="903877522" sldId="298"/>
        </pc:sldMkLst>
        <pc:spChg chg="mod">
          <ac:chgData name="Scruel Tao" userId="5ea5c98d59b44d4b" providerId="LiveId" clId="{A4B67D7D-BC74-4496-B91F-814518757E7E}" dt="2023-04-26T08:38:06.012" v="1814" actId="20577"/>
          <ac:spMkLst>
            <pc:docMk/>
            <pc:sldMk cId="903877522" sldId="298"/>
            <ac:spMk id="2" creationId="{BAD162F0-2175-84E9-2387-55F669162449}"/>
          </ac:spMkLst>
        </pc:spChg>
        <pc:spChg chg="mod">
          <ac:chgData name="Scruel Tao" userId="5ea5c98d59b44d4b" providerId="LiveId" clId="{A4B67D7D-BC74-4496-B91F-814518757E7E}" dt="2023-05-03T04:21:03.179" v="4517" actId="20577"/>
          <ac:spMkLst>
            <pc:docMk/>
            <pc:sldMk cId="903877522" sldId="298"/>
            <ac:spMk id="3" creationId="{0E2FC508-1AFD-A957-52F2-FA1DEF2A9D27}"/>
          </ac:spMkLst>
        </pc:spChg>
        <pc:spChg chg="mod">
          <ac:chgData name="Scruel Tao" userId="5ea5c98d59b44d4b" providerId="LiveId" clId="{A4B67D7D-BC74-4496-B91F-814518757E7E}" dt="2023-04-29T18:18:50.493" v="3304" actId="113"/>
          <ac:spMkLst>
            <pc:docMk/>
            <pc:sldMk cId="903877522" sldId="298"/>
            <ac:spMk id="4" creationId="{50D9FEDD-66BF-5F86-4BE7-8DACB8F1C0E2}"/>
          </ac:spMkLst>
        </pc:spChg>
        <pc:spChg chg="mod">
          <ac:chgData name="Scruel Tao" userId="5ea5c98d59b44d4b" providerId="LiveId" clId="{A4B67D7D-BC74-4496-B91F-814518757E7E}" dt="2023-04-26T08:39:03.064" v="1830" actId="1076"/>
          <ac:spMkLst>
            <pc:docMk/>
            <pc:sldMk cId="903877522" sldId="298"/>
            <ac:spMk id="5" creationId="{114C6B1E-0645-32EC-965D-5D337B1B8CB3}"/>
          </ac:spMkLst>
        </pc:spChg>
        <pc:spChg chg="add mod">
          <ac:chgData name="Scruel Tao" userId="5ea5c98d59b44d4b" providerId="LiveId" clId="{A4B67D7D-BC74-4496-B91F-814518757E7E}" dt="2023-05-06T20:57:07.540" v="5360" actId="1076"/>
          <ac:spMkLst>
            <pc:docMk/>
            <pc:sldMk cId="903877522" sldId="298"/>
            <ac:spMk id="6" creationId="{0F9B6ACB-3551-358D-E257-C8CD34FD9675}"/>
          </ac:spMkLst>
        </pc:spChg>
      </pc:sldChg>
      <pc:sldChg chg="add del">
        <pc:chgData name="Scruel Tao" userId="5ea5c98d59b44d4b" providerId="LiveId" clId="{A4B67D7D-BC74-4496-B91F-814518757E7E}" dt="2023-04-26T08:24:37.111" v="1509"/>
        <pc:sldMkLst>
          <pc:docMk/>
          <pc:sldMk cId="1310721606" sldId="298"/>
        </pc:sldMkLst>
      </pc:sldChg>
      <pc:sldChg chg="addSp delSp modSp add mod modTransition addAnim delAnim modAnim modNotesTx">
        <pc:chgData name="Scruel Tao" userId="5ea5c98d59b44d4b" providerId="LiveId" clId="{A4B67D7D-BC74-4496-B91F-814518757E7E}" dt="2023-05-06T20:57:26.908" v="5361" actId="1076"/>
        <pc:sldMkLst>
          <pc:docMk/>
          <pc:sldMk cId="3357280367" sldId="299"/>
        </pc:sldMkLst>
        <pc:spChg chg="mod">
          <ac:chgData name="Scruel Tao" userId="5ea5c98d59b44d4b" providerId="LiveId" clId="{A4B67D7D-BC74-4496-B91F-814518757E7E}" dt="2023-04-26T08:41:04.626" v="1998"/>
          <ac:spMkLst>
            <pc:docMk/>
            <pc:sldMk cId="3357280367" sldId="299"/>
            <ac:spMk id="2" creationId="{BAD162F0-2175-84E9-2387-55F669162449}"/>
          </ac:spMkLst>
        </pc:spChg>
        <pc:spChg chg="mod">
          <ac:chgData name="Scruel Tao" userId="5ea5c98d59b44d4b" providerId="LiveId" clId="{A4B67D7D-BC74-4496-B91F-814518757E7E}" dt="2023-05-03T02:19:40.577" v="4409" actId="2711"/>
          <ac:spMkLst>
            <pc:docMk/>
            <pc:sldMk cId="3357280367" sldId="299"/>
            <ac:spMk id="3" creationId="{0E2FC508-1AFD-A957-52F2-FA1DEF2A9D27}"/>
          </ac:spMkLst>
        </pc:spChg>
        <pc:spChg chg="mod">
          <ac:chgData name="Scruel Tao" userId="5ea5c98d59b44d4b" providerId="LiveId" clId="{A4B67D7D-BC74-4496-B91F-814518757E7E}" dt="2023-05-06T10:05:26.851" v="5358" actId="403"/>
          <ac:spMkLst>
            <pc:docMk/>
            <pc:sldMk cId="3357280367" sldId="299"/>
            <ac:spMk id="4" creationId="{50D9FEDD-66BF-5F86-4BE7-8DACB8F1C0E2}"/>
          </ac:spMkLst>
        </pc:spChg>
        <pc:spChg chg="del">
          <ac:chgData name="Scruel Tao" userId="5ea5c98d59b44d4b" providerId="LiveId" clId="{A4B67D7D-BC74-4496-B91F-814518757E7E}" dt="2023-04-26T08:43:18.954" v="2227" actId="478"/>
          <ac:spMkLst>
            <pc:docMk/>
            <pc:sldMk cId="3357280367" sldId="299"/>
            <ac:spMk id="5" creationId="{114C6B1E-0645-32EC-965D-5D337B1B8CB3}"/>
          </ac:spMkLst>
        </pc:spChg>
        <pc:spChg chg="add mod">
          <ac:chgData name="Scruel Tao" userId="5ea5c98d59b44d4b" providerId="LiveId" clId="{A4B67D7D-BC74-4496-B91F-814518757E7E}" dt="2023-05-06T20:57:26.908" v="5361" actId="1076"/>
          <ac:spMkLst>
            <pc:docMk/>
            <pc:sldMk cId="3357280367" sldId="299"/>
            <ac:spMk id="5" creationId="{7FC0BAA1-04D7-8C96-CA24-A76646A7FBDD}"/>
          </ac:spMkLst>
        </pc:spChg>
        <pc:spChg chg="add del mod">
          <ac:chgData name="Scruel Tao" userId="5ea5c98d59b44d4b" providerId="LiveId" clId="{A4B67D7D-BC74-4496-B91F-814518757E7E}" dt="2023-05-06T08:47:06.397" v="5334"/>
          <ac:spMkLst>
            <pc:docMk/>
            <pc:sldMk cId="3357280367" sldId="299"/>
            <ac:spMk id="6" creationId="{F6B21E02-3ED0-4931-1745-0F3797AF12DE}"/>
          </ac:spMkLst>
        </pc:spChg>
      </pc:sldChg>
      <pc:sldChg chg="addSp delSp modSp add mod modTransition modAnim">
        <pc:chgData name="Scruel Tao" userId="5ea5c98d59b44d4b" providerId="LiveId" clId="{A4B67D7D-BC74-4496-B91F-814518757E7E}" dt="2023-05-06T10:05:21.888" v="5357" actId="403"/>
        <pc:sldMkLst>
          <pc:docMk/>
          <pc:sldMk cId="592523619" sldId="300"/>
        </pc:sldMkLst>
        <pc:spChg chg="mod">
          <ac:chgData name="Scruel Tao" userId="5ea5c98d59b44d4b" providerId="LiveId" clId="{A4B67D7D-BC74-4496-B91F-814518757E7E}" dt="2023-05-03T02:20:01.350" v="4413" actId="2711"/>
          <ac:spMkLst>
            <pc:docMk/>
            <pc:sldMk cId="592523619" sldId="300"/>
            <ac:spMk id="3" creationId="{0E2FC508-1AFD-A957-52F2-FA1DEF2A9D27}"/>
          </ac:spMkLst>
        </pc:spChg>
        <pc:spChg chg="del">
          <ac:chgData name="Scruel Tao" userId="5ea5c98d59b44d4b" providerId="LiveId" clId="{A4B67D7D-BC74-4496-B91F-814518757E7E}" dt="2023-04-26T08:43:46.802" v="2234" actId="478"/>
          <ac:spMkLst>
            <pc:docMk/>
            <pc:sldMk cId="592523619" sldId="300"/>
            <ac:spMk id="4" creationId="{50D9FEDD-66BF-5F86-4BE7-8DACB8F1C0E2}"/>
          </ac:spMkLst>
        </pc:spChg>
        <pc:spChg chg="mod">
          <ac:chgData name="Scruel Tao" userId="5ea5c98d59b44d4b" providerId="LiveId" clId="{A4B67D7D-BC74-4496-B91F-814518757E7E}" dt="2023-05-06T10:05:21.888" v="5357" actId="403"/>
          <ac:spMkLst>
            <pc:docMk/>
            <pc:sldMk cId="592523619" sldId="300"/>
            <ac:spMk id="5" creationId="{114C6B1E-0645-32EC-965D-5D337B1B8CB3}"/>
          </ac:spMkLst>
        </pc:spChg>
        <pc:spChg chg="add mod">
          <ac:chgData name="Scruel Tao" userId="5ea5c98d59b44d4b" providerId="LiveId" clId="{A4B67D7D-BC74-4496-B91F-814518757E7E}" dt="2023-05-03T02:36:39.097" v="4422" actId="1076"/>
          <ac:spMkLst>
            <pc:docMk/>
            <pc:sldMk cId="592523619" sldId="300"/>
            <ac:spMk id="7" creationId="{AC4BA487-11B0-0B49-BB71-D92D23A43029}"/>
          </ac:spMkLst>
        </pc:spChg>
      </pc:sldChg>
      <pc:sldChg chg="modSp add mod modTransition modAnim">
        <pc:chgData name="Scruel Tao" userId="5ea5c98d59b44d4b" providerId="LiveId" clId="{A4B67D7D-BC74-4496-B91F-814518757E7E}" dt="2023-05-27T02:40:01.896" v="5410" actId="20577"/>
        <pc:sldMkLst>
          <pc:docMk/>
          <pc:sldMk cId="3708578349" sldId="301"/>
        </pc:sldMkLst>
        <pc:spChg chg="mod">
          <ac:chgData name="Scruel Tao" userId="5ea5c98d59b44d4b" providerId="LiveId" clId="{A4B67D7D-BC74-4496-B91F-814518757E7E}" dt="2023-05-06T03:10:32.286" v="5063" actId="13926"/>
          <ac:spMkLst>
            <pc:docMk/>
            <pc:sldMk cId="3708578349" sldId="301"/>
            <ac:spMk id="3" creationId="{0E2FC508-1AFD-A957-52F2-FA1DEF2A9D27}"/>
          </ac:spMkLst>
        </pc:spChg>
        <pc:spChg chg="mod">
          <ac:chgData name="Scruel Tao" userId="5ea5c98d59b44d4b" providerId="LiveId" clId="{A4B67D7D-BC74-4496-B91F-814518757E7E}" dt="2023-05-27T02:40:01.896" v="5410" actId="20577"/>
          <ac:spMkLst>
            <pc:docMk/>
            <pc:sldMk cId="3708578349" sldId="301"/>
            <ac:spMk id="5" creationId="{B7A8CE03-6A77-60EC-056E-D7A0019640A3}"/>
          </ac:spMkLst>
        </pc:spChg>
        <pc:spChg chg="mod">
          <ac:chgData name="Scruel Tao" userId="5ea5c98d59b44d4b" providerId="LiveId" clId="{A4B67D7D-BC74-4496-B91F-814518757E7E}" dt="2023-05-06T03:10:44.351" v="5065" actId="13926"/>
          <ac:spMkLst>
            <pc:docMk/>
            <pc:sldMk cId="3708578349" sldId="301"/>
            <ac:spMk id="7" creationId="{12C899D8-51C5-D9B7-A323-E6EFE4AB5C33}"/>
          </ac:spMkLst>
        </pc:spChg>
      </pc:sldChg>
      <pc:sldChg chg="addSp delSp modSp add del mod ord delAnim modNotesTx">
        <pc:chgData name="Scruel Tao" userId="5ea5c98d59b44d4b" providerId="LiveId" clId="{A4B67D7D-BC74-4496-B91F-814518757E7E}" dt="2023-05-02T18:33:52.325" v="4346" actId="47"/>
        <pc:sldMkLst>
          <pc:docMk/>
          <pc:sldMk cId="1666909320" sldId="302"/>
        </pc:sldMkLst>
        <pc:spChg chg="mod">
          <ac:chgData name="Scruel Tao" userId="5ea5c98d59b44d4b" providerId="LiveId" clId="{A4B67D7D-BC74-4496-B91F-814518757E7E}" dt="2023-05-02T18:28:16.895" v="4237"/>
          <ac:spMkLst>
            <pc:docMk/>
            <pc:sldMk cId="1666909320" sldId="302"/>
            <ac:spMk id="3" creationId="{0E2FC508-1AFD-A957-52F2-FA1DEF2A9D27}"/>
          </ac:spMkLst>
        </pc:spChg>
        <pc:spChg chg="del">
          <ac:chgData name="Scruel Tao" userId="5ea5c98d59b44d4b" providerId="LiveId" clId="{A4B67D7D-BC74-4496-B91F-814518757E7E}" dt="2023-04-30T14:40:52.162" v="3471" actId="478"/>
          <ac:spMkLst>
            <pc:docMk/>
            <pc:sldMk cId="1666909320" sldId="302"/>
            <ac:spMk id="5" creationId="{B7A8CE03-6A77-60EC-056E-D7A0019640A3}"/>
          </ac:spMkLst>
        </pc:spChg>
        <pc:spChg chg="del">
          <ac:chgData name="Scruel Tao" userId="5ea5c98d59b44d4b" providerId="LiveId" clId="{A4B67D7D-BC74-4496-B91F-814518757E7E}" dt="2023-04-30T14:40:49.620" v="3469" actId="478"/>
          <ac:spMkLst>
            <pc:docMk/>
            <pc:sldMk cId="1666909320" sldId="302"/>
            <ac:spMk id="7" creationId="{12C899D8-51C5-D9B7-A323-E6EFE4AB5C33}"/>
          </ac:spMkLst>
        </pc:spChg>
        <pc:spChg chg="add mod">
          <ac:chgData name="Scruel Tao" userId="5ea5c98d59b44d4b" providerId="LiveId" clId="{A4B67D7D-BC74-4496-B91F-814518757E7E}" dt="2023-05-02T18:30:51.849" v="4269" actId="1076"/>
          <ac:spMkLst>
            <pc:docMk/>
            <pc:sldMk cId="1666909320" sldId="302"/>
            <ac:spMk id="10" creationId="{5E26A48D-46A0-DBFC-BCBF-38B1682E109E}"/>
          </ac:spMkLst>
        </pc:spChg>
        <pc:spChg chg="add mod">
          <ac:chgData name="Scruel Tao" userId="5ea5c98d59b44d4b" providerId="LiveId" clId="{A4B67D7D-BC74-4496-B91F-814518757E7E}" dt="2023-05-02T18:31:00.488" v="4271"/>
          <ac:spMkLst>
            <pc:docMk/>
            <pc:sldMk cId="1666909320" sldId="302"/>
            <ac:spMk id="11" creationId="{D1CB7D54-0567-8D2C-1E23-24278F792DC4}"/>
          </ac:spMkLst>
        </pc:spChg>
        <pc:spChg chg="add mod">
          <ac:chgData name="Scruel Tao" userId="5ea5c98d59b44d4b" providerId="LiveId" clId="{A4B67D7D-BC74-4496-B91F-814518757E7E}" dt="2023-05-02T18:31:40.267" v="4290" actId="1076"/>
          <ac:spMkLst>
            <pc:docMk/>
            <pc:sldMk cId="1666909320" sldId="302"/>
            <ac:spMk id="13" creationId="{CD75B7E8-89C6-612E-53A3-58BD7DA64E69}"/>
          </ac:spMkLst>
        </pc:spChg>
        <pc:spChg chg="add del mod">
          <ac:chgData name="Scruel Tao" userId="5ea5c98d59b44d4b" providerId="LiveId" clId="{A4B67D7D-BC74-4496-B91F-814518757E7E}" dt="2023-05-02T18:32:32.121" v="4309" actId="21"/>
          <ac:spMkLst>
            <pc:docMk/>
            <pc:sldMk cId="1666909320" sldId="302"/>
            <ac:spMk id="15" creationId="{6C6C01B1-D9AA-D7F8-28AF-406C63CCE5EF}"/>
          </ac:spMkLst>
        </pc:spChg>
        <pc:spChg chg="add del">
          <ac:chgData name="Scruel Tao" userId="5ea5c98d59b44d4b" providerId="LiveId" clId="{A4B67D7D-BC74-4496-B91F-814518757E7E}" dt="2023-05-02T18:31:44.334" v="4292" actId="22"/>
          <ac:spMkLst>
            <pc:docMk/>
            <pc:sldMk cId="1666909320" sldId="302"/>
            <ac:spMk id="17" creationId="{AD00FDB2-445B-9D14-0B9E-2131AD4FFB1C}"/>
          </ac:spMkLst>
        </pc:spChg>
        <pc:picChg chg="add mod">
          <ac:chgData name="Scruel Tao" userId="5ea5c98d59b44d4b" providerId="LiveId" clId="{A4B67D7D-BC74-4496-B91F-814518757E7E}" dt="2023-05-02T18:29:18.742" v="4256" actId="1076"/>
          <ac:picMkLst>
            <pc:docMk/>
            <pc:sldMk cId="1666909320" sldId="302"/>
            <ac:picMk id="5" creationId="{06A7555A-07A1-62F3-16D8-350B727AFE24}"/>
          </ac:picMkLst>
        </pc:picChg>
        <pc:picChg chg="add mod">
          <ac:chgData name="Scruel Tao" userId="5ea5c98d59b44d4b" providerId="LiveId" clId="{A4B67D7D-BC74-4496-B91F-814518757E7E}" dt="2023-05-02T18:29:20.902" v="4257" actId="1076"/>
          <ac:picMkLst>
            <pc:docMk/>
            <pc:sldMk cId="1666909320" sldId="302"/>
            <ac:picMk id="7" creationId="{B0471FDA-5B60-FDAA-5DF0-20CC3602316E}"/>
          </ac:picMkLst>
        </pc:picChg>
        <pc:picChg chg="add mod">
          <ac:chgData name="Scruel Tao" userId="5ea5c98d59b44d4b" providerId="LiveId" clId="{A4B67D7D-BC74-4496-B91F-814518757E7E}" dt="2023-05-02T18:29:22.951" v="4258" actId="1076"/>
          <ac:picMkLst>
            <pc:docMk/>
            <pc:sldMk cId="1666909320" sldId="302"/>
            <ac:picMk id="9" creationId="{B8DA2F76-FF70-9C93-D291-73425AB3C0D9}"/>
          </ac:picMkLst>
        </pc:picChg>
      </pc:sldChg>
      <pc:sldChg chg="add del">
        <pc:chgData name="Scruel Tao" userId="5ea5c98d59b44d4b" providerId="LiveId" clId="{A4B67D7D-BC74-4496-B91F-814518757E7E}" dt="2023-04-30T15:40:31.982" v="3583" actId="47"/>
        <pc:sldMkLst>
          <pc:docMk/>
          <pc:sldMk cId="1560101025" sldId="303"/>
        </pc:sldMkLst>
      </pc:sldChg>
      <pc:sldChg chg="delSp modSp add mod modTransition delAnim modNotesTx">
        <pc:chgData name="Scruel Tao" userId="5ea5c98d59b44d4b" providerId="LiveId" clId="{A4B67D7D-BC74-4496-B91F-814518757E7E}" dt="2023-05-05T14:59:42.841" v="4763"/>
        <pc:sldMkLst>
          <pc:docMk/>
          <pc:sldMk cId="1359967824" sldId="304"/>
        </pc:sldMkLst>
        <pc:spChg chg="mod">
          <ac:chgData name="Scruel Tao" userId="5ea5c98d59b44d4b" providerId="LiveId" clId="{A4B67D7D-BC74-4496-B91F-814518757E7E}" dt="2023-05-03T02:18:23.738" v="4392"/>
          <ac:spMkLst>
            <pc:docMk/>
            <pc:sldMk cId="1359967824" sldId="304"/>
            <ac:spMk id="3" creationId="{0E2FC508-1AFD-A957-52F2-FA1DEF2A9D27}"/>
          </ac:spMkLst>
        </pc:spChg>
        <pc:spChg chg="del">
          <ac:chgData name="Scruel Tao" userId="5ea5c98d59b44d4b" providerId="LiveId" clId="{A4B67D7D-BC74-4496-B91F-814518757E7E}" dt="2023-04-30T15:16:41.389" v="3557" actId="478"/>
          <ac:spMkLst>
            <pc:docMk/>
            <pc:sldMk cId="1359967824" sldId="304"/>
            <ac:spMk id="4" creationId="{1240B367-5845-5646-7A17-5047501A0AF2}"/>
          </ac:spMkLst>
        </pc:spChg>
        <pc:spChg chg="del">
          <ac:chgData name="Scruel Tao" userId="5ea5c98d59b44d4b" providerId="LiveId" clId="{A4B67D7D-BC74-4496-B91F-814518757E7E}" dt="2023-04-30T15:16:42.663" v="3558" actId="478"/>
          <ac:spMkLst>
            <pc:docMk/>
            <pc:sldMk cId="1359967824" sldId="304"/>
            <ac:spMk id="5" creationId="{C2806D0C-9D45-8455-3EF3-A2BE259C34B7}"/>
          </ac:spMkLst>
        </pc:spChg>
        <pc:spChg chg="del">
          <ac:chgData name="Scruel Tao" userId="5ea5c98d59b44d4b" providerId="LiveId" clId="{A4B67D7D-BC74-4496-B91F-814518757E7E}" dt="2023-04-30T15:16:43.447" v="3559" actId="478"/>
          <ac:spMkLst>
            <pc:docMk/>
            <pc:sldMk cId="1359967824" sldId="304"/>
            <ac:spMk id="6" creationId="{E9BFEB5B-C125-3171-A209-780B8C73A101}"/>
          </ac:spMkLst>
        </pc:spChg>
        <pc:picChg chg="mod">
          <ac:chgData name="Scruel Tao" userId="5ea5c98d59b44d4b" providerId="LiveId" clId="{A4B67D7D-BC74-4496-B91F-814518757E7E}" dt="2023-04-30T15:57:09.831" v="3589" actId="14826"/>
          <ac:picMkLst>
            <pc:docMk/>
            <pc:sldMk cId="1359967824" sldId="304"/>
            <ac:picMk id="8" creationId="{CDE81AC9-3DF3-D504-C6E7-C867FE58AC3B}"/>
          </ac:picMkLst>
        </pc:picChg>
      </pc:sldChg>
      <pc:sldChg chg="addSp delSp modSp add mod modTransition delAnim modAnim modNotesTx">
        <pc:chgData name="Scruel Tao" userId="5ea5c98d59b44d4b" providerId="LiveId" clId="{A4B67D7D-BC74-4496-B91F-814518757E7E}" dt="2023-05-05T14:59:42.841" v="4763"/>
        <pc:sldMkLst>
          <pc:docMk/>
          <pc:sldMk cId="4144585469" sldId="305"/>
        </pc:sldMkLst>
        <pc:spChg chg="mod">
          <ac:chgData name="Scruel Tao" userId="5ea5c98d59b44d4b" providerId="LiveId" clId="{A4B67D7D-BC74-4496-B91F-814518757E7E}" dt="2023-05-03T02:19:13.219" v="4405"/>
          <ac:spMkLst>
            <pc:docMk/>
            <pc:sldMk cId="4144585469" sldId="305"/>
            <ac:spMk id="3" creationId="{0E2FC508-1AFD-A957-52F2-FA1DEF2A9D27}"/>
          </ac:spMkLst>
        </pc:spChg>
        <pc:spChg chg="del">
          <ac:chgData name="Scruel Tao" userId="5ea5c98d59b44d4b" providerId="LiveId" clId="{A4B67D7D-BC74-4496-B91F-814518757E7E}" dt="2023-04-30T15:39:50.434" v="3573" actId="478"/>
          <ac:spMkLst>
            <pc:docMk/>
            <pc:sldMk cId="4144585469" sldId="305"/>
            <ac:spMk id="4" creationId="{50D9FEDD-66BF-5F86-4BE7-8DACB8F1C0E2}"/>
          </ac:spMkLst>
        </pc:spChg>
        <pc:spChg chg="add mod">
          <ac:chgData name="Scruel Tao" userId="5ea5c98d59b44d4b" providerId="LiveId" clId="{A4B67D7D-BC74-4496-B91F-814518757E7E}" dt="2023-05-01T13:27:23.422" v="3918" actId="1035"/>
          <ac:spMkLst>
            <pc:docMk/>
            <pc:sldMk cId="4144585469" sldId="305"/>
            <ac:spMk id="4" creationId="{564EA136-5442-04A0-129C-D88913C8FD96}"/>
          </ac:spMkLst>
        </pc:spChg>
        <pc:spChg chg="del">
          <ac:chgData name="Scruel Tao" userId="5ea5c98d59b44d4b" providerId="LiveId" clId="{A4B67D7D-BC74-4496-B91F-814518757E7E}" dt="2023-04-30T15:39:51.716" v="3574" actId="478"/>
          <ac:spMkLst>
            <pc:docMk/>
            <pc:sldMk cId="4144585469" sldId="305"/>
            <ac:spMk id="5" creationId="{114C6B1E-0645-32EC-965D-5D337B1B8CB3}"/>
          </ac:spMkLst>
        </pc:spChg>
        <pc:spChg chg="add mod">
          <ac:chgData name="Scruel Tao" userId="5ea5c98d59b44d4b" providerId="LiveId" clId="{A4B67D7D-BC74-4496-B91F-814518757E7E}" dt="2023-05-01T13:27:26.295" v="3925" actId="1036"/>
          <ac:spMkLst>
            <pc:docMk/>
            <pc:sldMk cId="4144585469" sldId="305"/>
            <ac:spMk id="5" creationId="{F62C3695-EA37-F9E9-52C4-EFDBECCD9244}"/>
          </ac:spMkLst>
        </pc:spChg>
        <pc:spChg chg="add del mod">
          <ac:chgData name="Scruel Tao" userId="5ea5c98d59b44d4b" providerId="LiveId" clId="{A4B67D7D-BC74-4496-B91F-814518757E7E}" dt="2023-05-01T13:27:38.572" v="3931" actId="21"/>
          <ac:spMkLst>
            <pc:docMk/>
            <pc:sldMk cId="4144585469" sldId="305"/>
            <ac:spMk id="6" creationId="{595D17F1-9C84-1F1C-EB04-9B89A17C6BC0}"/>
          </ac:spMkLst>
        </pc:spChg>
        <pc:spChg chg="del">
          <ac:chgData name="Scruel Tao" userId="5ea5c98d59b44d4b" providerId="LiveId" clId="{A4B67D7D-BC74-4496-B91F-814518757E7E}" dt="2023-04-30T15:39:52.404" v="3575" actId="478"/>
          <ac:spMkLst>
            <pc:docMk/>
            <pc:sldMk cId="4144585469" sldId="305"/>
            <ac:spMk id="6" creationId="{B50DFD9A-4504-3C00-7B23-46D685063EF0}"/>
          </ac:spMkLst>
        </pc:spChg>
        <pc:picChg chg="mod">
          <ac:chgData name="Scruel Tao" userId="5ea5c98d59b44d4b" providerId="LiveId" clId="{A4B67D7D-BC74-4496-B91F-814518757E7E}" dt="2023-04-30T15:59:35.462" v="3596" actId="1076"/>
          <ac:picMkLst>
            <pc:docMk/>
            <pc:sldMk cId="4144585469" sldId="305"/>
            <ac:picMk id="8" creationId="{CFA0ED0B-D6B5-18E9-059D-94FC5BFDDF41}"/>
          </ac:picMkLst>
        </pc:picChg>
      </pc:sldChg>
      <pc:sldChg chg="addSp delSp modSp add mod modTransition delAnim modAnim modNotesTx">
        <pc:chgData name="Scruel Tao" userId="5ea5c98d59b44d4b" providerId="LiveId" clId="{A4B67D7D-BC74-4496-B91F-814518757E7E}" dt="2023-05-05T14:59:42.841" v="4763"/>
        <pc:sldMkLst>
          <pc:docMk/>
          <pc:sldMk cId="586481747" sldId="306"/>
        </pc:sldMkLst>
        <pc:spChg chg="mod">
          <ac:chgData name="Scruel Tao" userId="5ea5c98d59b44d4b" providerId="LiveId" clId="{A4B67D7D-BC74-4496-B91F-814518757E7E}" dt="2023-05-03T02:19:18.212" v="4407"/>
          <ac:spMkLst>
            <pc:docMk/>
            <pc:sldMk cId="586481747" sldId="306"/>
            <ac:spMk id="3" creationId="{0E2FC508-1AFD-A957-52F2-FA1DEF2A9D27}"/>
          </ac:spMkLst>
        </pc:spChg>
        <pc:spChg chg="del">
          <ac:chgData name="Scruel Tao" userId="5ea5c98d59b44d4b" providerId="LiveId" clId="{A4B67D7D-BC74-4496-B91F-814518757E7E}" dt="2023-04-30T16:01:28.203" v="3607" actId="21"/>
          <ac:spMkLst>
            <pc:docMk/>
            <pc:sldMk cId="586481747" sldId="306"/>
            <ac:spMk id="4" creationId="{50D9FEDD-66BF-5F86-4BE7-8DACB8F1C0E2}"/>
          </ac:spMkLst>
        </pc:spChg>
        <pc:spChg chg="add del mod">
          <ac:chgData name="Scruel Tao" userId="5ea5c98d59b44d4b" providerId="LiveId" clId="{A4B67D7D-BC74-4496-B91F-814518757E7E}" dt="2023-05-01T13:27:12.067" v="3911" actId="21"/>
          <ac:spMkLst>
            <pc:docMk/>
            <pc:sldMk cId="586481747" sldId="306"/>
            <ac:spMk id="4" creationId="{64764A3B-4432-9774-F1D4-DA1A25E753AC}"/>
          </ac:spMkLst>
        </pc:spChg>
        <pc:spChg chg="del">
          <ac:chgData name="Scruel Tao" userId="5ea5c98d59b44d4b" providerId="LiveId" clId="{A4B67D7D-BC74-4496-B91F-814518757E7E}" dt="2023-04-30T16:01:29.113" v="3608" actId="21"/>
          <ac:spMkLst>
            <pc:docMk/>
            <pc:sldMk cId="586481747" sldId="306"/>
            <ac:spMk id="5" creationId="{114C6B1E-0645-32EC-965D-5D337B1B8CB3}"/>
          </ac:spMkLst>
        </pc:spChg>
        <pc:spChg chg="add del mod">
          <ac:chgData name="Scruel Tao" userId="5ea5c98d59b44d4b" providerId="LiveId" clId="{A4B67D7D-BC74-4496-B91F-814518757E7E}" dt="2023-05-01T13:27:12.067" v="3911" actId="21"/>
          <ac:spMkLst>
            <pc:docMk/>
            <pc:sldMk cId="586481747" sldId="306"/>
            <ac:spMk id="5" creationId="{52C5C3DD-420B-1400-F50E-998FB294562F}"/>
          </ac:spMkLst>
        </pc:spChg>
        <pc:spChg chg="add del mod">
          <ac:chgData name="Scruel Tao" userId="5ea5c98d59b44d4b" providerId="LiveId" clId="{A4B67D7D-BC74-4496-B91F-814518757E7E}" dt="2023-05-01T13:27:12.067" v="3911" actId="21"/>
          <ac:spMkLst>
            <pc:docMk/>
            <pc:sldMk cId="586481747" sldId="306"/>
            <ac:spMk id="6" creationId="{5F998159-F1EF-D7C3-9E60-F9860074A1C0}"/>
          </ac:spMkLst>
        </pc:spChg>
        <pc:spChg chg="del">
          <ac:chgData name="Scruel Tao" userId="5ea5c98d59b44d4b" providerId="LiveId" clId="{A4B67D7D-BC74-4496-B91F-814518757E7E}" dt="2023-04-30T16:01:29.960" v="3609" actId="21"/>
          <ac:spMkLst>
            <pc:docMk/>
            <pc:sldMk cId="586481747" sldId="306"/>
            <ac:spMk id="8" creationId="{77811498-C764-E9CE-28CC-8001250E3146}"/>
          </ac:spMkLst>
        </pc:spChg>
        <pc:picChg chg="mod">
          <ac:chgData name="Scruel Tao" userId="5ea5c98d59b44d4b" providerId="LiveId" clId="{A4B67D7D-BC74-4496-B91F-814518757E7E}" dt="2023-04-30T16:01:51.332" v="3622" actId="1037"/>
          <ac:picMkLst>
            <pc:docMk/>
            <pc:sldMk cId="586481747" sldId="306"/>
            <ac:picMk id="11" creationId="{38DC7E5B-F8C4-D4AB-325B-F95BDB50B735}"/>
          </ac:picMkLst>
        </pc:picChg>
      </pc:sldChg>
      <pc:sldChg chg="add del">
        <pc:chgData name="Scruel Tao" userId="5ea5c98d59b44d4b" providerId="LiveId" clId="{A4B67D7D-BC74-4496-B91F-814518757E7E}" dt="2023-05-02T23:03:17.178" v="4356" actId="47"/>
        <pc:sldMkLst>
          <pc:docMk/>
          <pc:sldMk cId="1599418885" sldId="307"/>
        </pc:sldMkLst>
      </pc:sldChg>
      <pc:sldChg chg="addSp delSp modSp add mod ord modTransition modAnim">
        <pc:chgData name="Scruel Tao" userId="5ea5c98d59b44d4b" providerId="LiveId" clId="{A4B67D7D-BC74-4496-B91F-814518757E7E}" dt="2023-05-27T04:11:03.754" v="5417" actId="1037"/>
        <pc:sldMkLst>
          <pc:docMk/>
          <pc:sldMk cId="1640437992" sldId="308"/>
        </pc:sldMkLst>
        <pc:spChg chg="mod">
          <ac:chgData name="Scruel Tao" userId="5ea5c98d59b44d4b" providerId="LiveId" clId="{A4B67D7D-BC74-4496-B91F-814518757E7E}" dt="2023-05-06T03:05:41.262" v="4945" actId="20577"/>
          <ac:spMkLst>
            <pc:docMk/>
            <pc:sldMk cId="1640437992" sldId="308"/>
            <ac:spMk id="2" creationId="{BAD162F0-2175-84E9-2387-55F669162449}"/>
          </ac:spMkLst>
        </pc:spChg>
        <pc:spChg chg="mod">
          <ac:chgData name="Scruel Tao" userId="5ea5c98d59b44d4b" providerId="LiveId" clId="{A4B67D7D-BC74-4496-B91F-814518757E7E}" dt="2023-05-06T03:09:20.797" v="5048" actId="1076"/>
          <ac:spMkLst>
            <pc:docMk/>
            <pc:sldMk cId="1640437992" sldId="308"/>
            <ac:spMk id="3" creationId="{0E2FC508-1AFD-A957-52F2-FA1DEF2A9D27}"/>
          </ac:spMkLst>
        </pc:spChg>
        <pc:spChg chg="add mod">
          <ac:chgData name="Scruel Tao" userId="5ea5c98d59b44d4b" providerId="LiveId" clId="{A4B67D7D-BC74-4496-B91F-814518757E7E}" dt="2023-05-06T03:09:49.603" v="5062" actId="1035"/>
          <ac:spMkLst>
            <pc:docMk/>
            <pc:sldMk cId="1640437992" sldId="308"/>
            <ac:spMk id="4" creationId="{1AF46C79-1FEA-4C23-6FD0-127FE5555588}"/>
          </ac:spMkLst>
        </pc:spChg>
        <pc:spChg chg="del">
          <ac:chgData name="Scruel Tao" userId="5ea5c98d59b44d4b" providerId="LiveId" clId="{A4B67D7D-BC74-4496-B91F-814518757E7E}" dt="2023-05-02T18:31:47.364" v="4294" actId="21"/>
          <ac:spMkLst>
            <pc:docMk/>
            <pc:sldMk cId="1640437992" sldId="308"/>
            <ac:spMk id="10" creationId="{5E26A48D-46A0-DBFC-BCBF-38B1682E109E}"/>
          </ac:spMkLst>
        </pc:spChg>
        <pc:spChg chg="mod">
          <ac:chgData name="Scruel Tao" userId="5ea5c98d59b44d4b" providerId="LiveId" clId="{A4B67D7D-BC74-4496-B91F-814518757E7E}" dt="2023-05-06T03:09:49.603" v="5062" actId="1035"/>
          <ac:spMkLst>
            <pc:docMk/>
            <pc:sldMk cId="1640437992" sldId="308"/>
            <ac:spMk id="11" creationId="{D1CB7D54-0567-8D2C-1E23-24278F792DC4}"/>
          </ac:spMkLst>
        </pc:spChg>
        <pc:spChg chg="mod">
          <ac:chgData name="Scruel Tao" userId="5ea5c98d59b44d4b" providerId="LiveId" clId="{A4B67D7D-BC74-4496-B91F-814518757E7E}" dt="2023-05-06T03:09:49.603" v="5062" actId="1035"/>
          <ac:spMkLst>
            <pc:docMk/>
            <pc:sldMk cId="1640437992" sldId="308"/>
            <ac:spMk id="13" creationId="{CD75B7E8-89C6-612E-53A3-58BD7DA64E69}"/>
          </ac:spMkLst>
        </pc:spChg>
        <pc:spChg chg="del mod">
          <ac:chgData name="Scruel Tao" userId="5ea5c98d59b44d4b" providerId="LiveId" clId="{A4B67D7D-BC74-4496-B91F-814518757E7E}" dt="2023-05-02T18:32:37.149" v="4312" actId="21"/>
          <ac:spMkLst>
            <pc:docMk/>
            <pc:sldMk cId="1640437992" sldId="308"/>
            <ac:spMk id="15" creationId="{6C6C01B1-D9AA-D7F8-28AF-406C63CCE5EF}"/>
          </ac:spMkLst>
        </pc:spChg>
        <pc:picChg chg="mod">
          <ac:chgData name="Scruel Tao" userId="5ea5c98d59b44d4b" providerId="LiveId" clId="{A4B67D7D-BC74-4496-B91F-814518757E7E}" dt="2023-05-27T04:11:03.754" v="5417" actId="1037"/>
          <ac:picMkLst>
            <pc:docMk/>
            <pc:sldMk cId="1640437992" sldId="308"/>
            <ac:picMk id="5" creationId="{06A7555A-07A1-62F3-16D8-350B727AFE24}"/>
          </ac:picMkLst>
        </pc:picChg>
        <pc:picChg chg="mod">
          <ac:chgData name="Scruel Tao" userId="5ea5c98d59b44d4b" providerId="LiveId" clId="{A4B67D7D-BC74-4496-B91F-814518757E7E}" dt="2023-05-06T03:09:49.603" v="5062" actId="1035"/>
          <ac:picMkLst>
            <pc:docMk/>
            <pc:sldMk cId="1640437992" sldId="308"/>
            <ac:picMk id="7" creationId="{B0471FDA-5B60-FDAA-5DF0-20CC3602316E}"/>
          </ac:picMkLst>
        </pc:picChg>
        <pc:picChg chg="del mod">
          <ac:chgData name="Scruel Tao" userId="5ea5c98d59b44d4b" providerId="LiveId" clId="{A4B67D7D-BC74-4496-B91F-814518757E7E}" dt="2023-05-02T18:32:38.042" v="4313" actId="21"/>
          <ac:picMkLst>
            <pc:docMk/>
            <pc:sldMk cId="1640437992" sldId="308"/>
            <ac:picMk id="9" creationId="{B8DA2F76-FF70-9C93-D291-73425AB3C0D9}"/>
          </ac:picMkLst>
        </pc:picChg>
      </pc:sldChg>
      <pc:sldChg chg="add del">
        <pc:chgData name="Scruel Tao" userId="5ea5c98d59b44d4b" providerId="LiveId" clId="{A4B67D7D-BC74-4496-B91F-814518757E7E}" dt="2023-05-02T18:33:53.432" v="4347" actId="47"/>
        <pc:sldMkLst>
          <pc:docMk/>
          <pc:sldMk cId="165061590" sldId="309"/>
        </pc:sldMkLst>
      </pc:sldChg>
      <pc:sldChg chg="modSp add del mod modTransition modAnim">
        <pc:chgData name="Scruel Tao" userId="5ea5c98d59b44d4b" providerId="LiveId" clId="{A4B67D7D-BC74-4496-B91F-814518757E7E}" dt="2023-05-06T03:09:15.527" v="5046" actId="47"/>
        <pc:sldMkLst>
          <pc:docMk/>
          <pc:sldMk cId="2795683475" sldId="310"/>
        </pc:sldMkLst>
        <pc:spChg chg="mod">
          <ac:chgData name="Scruel Tao" userId="5ea5c98d59b44d4b" providerId="LiveId" clId="{A4B67D7D-BC74-4496-B91F-814518757E7E}" dt="2023-05-06T03:05:48.335" v="4948" actId="20577"/>
          <ac:spMkLst>
            <pc:docMk/>
            <pc:sldMk cId="2795683475" sldId="310"/>
            <ac:spMk id="2" creationId="{BAD162F0-2175-84E9-2387-55F669162449}"/>
          </ac:spMkLst>
        </pc:spChg>
        <pc:spChg chg="mod">
          <ac:chgData name="Scruel Tao" userId="5ea5c98d59b44d4b" providerId="LiveId" clId="{A4B67D7D-BC74-4496-B91F-814518757E7E}" dt="2023-05-03T04:19:09.318" v="4486" actId="113"/>
          <ac:spMkLst>
            <pc:docMk/>
            <pc:sldMk cId="2795683475" sldId="310"/>
            <ac:spMk id="3" creationId="{0E2FC508-1AFD-A957-52F2-FA1DEF2A9D27}"/>
          </ac:spMkLst>
        </pc:spChg>
        <pc:spChg chg="mod">
          <ac:chgData name="Scruel Tao" userId="5ea5c98d59b44d4b" providerId="LiveId" clId="{A4B67D7D-BC74-4496-B91F-814518757E7E}" dt="2023-05-06T03:06:43.913" v="4965" actId="1035"/>
          <ac:spMkLst>
            <pc:docMk/>
            <pc:sldMk cId="2795683475" sldId="310"/>
            <ac:spMk id="4" creationId="{1AF46C79-1FEA-4C23-6FD0-127FE5555588}"/>
          </ac:spMkLst>
        </pc:spChg>
        <pc:spChg chg="mod">
          <ac:chgData name="Scruel Tao" userId="5ea5c98d59b44d4b" providerId="LiveId" clId="{A4B67D7D-BC74-4496-B91F-814518757E7E}" dt="2023-05-06T03:06:43.913" v="4965" actId="1035"/>
          <ac:spMkLst>
            <pc:docMk/>
            <pc:sldMk cId="2795683475" sldId="310"/>
            <ac:spMk id="11" creationId="{D1CB7D54-0567-8D2C-1E23-24278F792DC4}"/>
          </ac:spMkLst>
        </pc:spChg>
        <pc:spChg chg="mod">
          <ac:chgData name="Scruel Tao" userId="5ea5c98d59b44d4b" providerId="LiveId" clId="{A4B67D7D-BC74-4496-B91F-814518757E7E}" dt="2023-05-06T03:06:43.913" v="4965" actId="1035"/>
          <ac:spMkLst>
            <pc:docMk/>
            <pc:sldMk cId="2795683475" sldId="310"/>
            <ac:spMk id="13" creationId="{CD75B7E8-89C6-612E-53A3-58BD7DA64E69}"/>
          </ac:spMkLst>
        </pc:spChg>
        <pc:picChg chg="mod">
          <ac:chgData name="Scruel Tao" userId="5ea5c98d59b44d4b" providerId="LiveId" clId="{A4B67D7D-BC74-4496-B91F-814518757E7E}" dt="2023-05-06T03:06:43.913" v="4965" actId="1035"/>
          <ac:picMkLst>
            <pc:docMk/>
            <pc:sldMk cId="2795683475" sldId="310"/>
            <ac:picMk id="5" creationId="{06A7555A-07A1-62F3-16D8-350B727AFE24}"/>
          </ac:picMkLst>
        </pc:picChg>
        <pc:picChg chg="mod">
          <ac:chgData name="Scruel Tao" userId="5ea5c98d59b44d4b" providerId="LiveId" clId="{A4B67D7D-BC74-4496-B91F-814518757E7E}" dt="2023-05-06T03:06:43.913" v="4965" actId="1035"/>
          <ac:picMkLst>
            <pc:docMk/>
            <pc:sldMk cId="2795683475" sldId="310"/>
            <ac:picMk id="7" creationId="{B0471FDA-5B60-FDAA-5DF0-20CC3602316E}"/>
          </ac:picMkLst>
        </pc:picChg>
      </pc:sldChg>
      <pc:sldChg chg="modSp add del mod">
        <pc:chgData name="Scruel Tao" userId="5ea5c98d59b44d4b" providerId="LiveId" clId="{A4B67D7D-BC74-4496-B91F-814518757E7E}" dt="2023-05-04T01:17:55.799" v="4607" actId="47"/>
        <pc:sldMkLst>
          <pc:docMk/>
          <pc:sldMk cId="3161108256" sldId="311"/>
        </pc:sldMkLst>
        <pc:spChg chg="mod">
          <ac:chgData name="Scruel Tao" userId="5ea5c98d59b44d4b" providerId="LiveId" clId="{A4B67D7D-BC74-4496-B91F-814518757E7E}" dt="2023-05-04T01:16:24.824" v="4605" actId="20577"/>
          <ac:spMkLst>
            <pc:docMk/>
            <pc:sldMk cId="3161108256" sldId="311"/>
            <ac:spMk id="3" creationId="{AC7759D9-0BB4-08ED-8476-24F7D903D6DE}"/>
          </ac:spMkLst>
        </pc:spChg>
      </pc:sldChg>
      <pc:sldChg chg="add del">
        <pc:chgData name="Scruel Tao" userId="5ea5c98d59b44d4b" providerId="LiveId" clId="{A4B67D7D-BC74-4496-B91F-814518757E7E}" dt="2023-05-04T01:20:12.893" v="4609" actId="47"/>
        <pc:sldMkLst>
          <pc:docMk/>
          <pc:sldMk cId="2140181110" sldId="312"/>
        </pc:sldMkLst>
      </pc:sldChg>
      <pc:sldChg chg="add del">
        <pc:chgData name="Scruel Tao" userId="5ea5c98d59b44d4b" providerId="LiveId" clId="{A4B67D7D-BC74-4496-B91F-814518757E7E}" dt="2023-05-05T02:30:28.363" v="4612" actId="47"/>
        <pc:sldMkLst>
          <pc:docMk/>
          <pc:sldMk cId="3161108256" sldId="363"/>
        </pc:sldMkLst>
      </pc:sldChg>
      <pc:sldChg chg="modSp add del mod">
        <pc:chgData name="Scruel Tao" userId="5ea5c98d59b44d4b" providerId="LiveId" clId="{A4B67D7D-BC74-4496-B91F-814518757E7E}" dt="2023-05-04T18:24:06.136" v="4761" actId="47"/>
        <pc:sldMkLst>
          <pc:docMk/>
          <pc:sldMk cId="858978597" sldId="364"/>
        </pc:sldMkLst>
        <pc:spChg chg="mod">
          <ac:chgData name="Scruel Tao" userId="5ea5c98d59b44d4b" providerId="LiveId" clId="{A4B67D7D-BC74-4496-B91F-814518757E7E}" dt="2023-05-05T03:14:24.495" v="4759" actId="20577"/>
          <ac:spMkLst>
            <pc:docMk/>
            <pc:sldMk cId="858978597" sldId="364"/>
            <ac:spMk id="3" creationId="{AC7759D9-0BB4-08ED-8476-24F7D903D6DE}"/>
          </ac:spMkLst>
        </pc:spChg>
      </pc:sldChg>
      <pc:sldChg chg="add modTransition">
        <pc:chgData name="Scruel Tao" userId="5ea5c98d59b44d4b" providerId="LiveId" clId="{A4B67D7D-BC74-4496-B91F-814518757E7E}" dt="2023-05-05T14:59:42.841" v="4763"/>
        <pc:sldMkLst>
          <pc:docMk/>
          <pc:sldMk cId="3625446739" sldId="366"/>
        </pc:sldMkLst>
      </pc:sldChg>
      <pc:sldChg chg="addSp modSp add mod modAnim">
        <pc:chgData name="Scruel Tao" userId="5ea5c98d59b44d4b" providerId="LiveId" clId="{A4B67D7D-BC74-4496-B91F-814518757E7E}" dt="2023-05-06T03:37:54.967" v="5149"/>
        <pc:sldMkLst>
          <pc:docMk/>
          <pc:sldMk cId="2228905181" sldId="367"/>
        </pc:sldMkLst>
        <pc:spChg chg="mod">
          <ac:chgData name="Scruel Tao" userId="5ea5c98d59b44d4b" providerId="LiveId" clId="{A4B67D7D-BC74-4496-B91F-814518757E7E}" dt="2023-05-06T03:05:51.183" v="4951" actId="20577"/>
          <ac:spMkLst>
            <pc:docMk/>
            <pc:sldMk cId="2228905181" sldId="367"/>
            <ac:spMk id="2" creationId="{BAD162F0-2175-84E9-2387-55F669162449}"/>
          </ac:spMkLst>
        </pc:spChg>
        <pc:spChg chg="mod">
          <ac:chgData name="Scruel Tao" userId="5ea5c98d59b44d4b" providerId="LiveId" clId="{A4B67D7D-BC74-4496-B91F-814518757E7E}" dt="2023-05-06T03:09:42.363" v="5058" actId="1035"/>
          <ac:spMkLst>
            <pc:docMk/>
            <pc:sldMk cId="2228905181" sldId="367"/>
            <ac:spMk id="4" creationId="{1AF46C79-1FEA-4C23-6FD0-127FE5555588}"/>
          </ac:spMkLst>
        </pc:spChg>
        <pc:spChg chg="add mod">
          <ac:chgData name="Scruel Tao" userId="5ea5c98d59b44d4b" providerId="LiveId" clId="{A4B67D7D-BC74-4496-B91F-814518757E7E}" dt="2023-05-06T03:09:42.363" v="5058" actId="1035"/>
          <ac:spMkLst>
            <pc:docMk/>
            <pc:sldMk cId="2228905181" sldId="367"/>
            <ac:spMk id="6" creationId="{14461B16-B28D-1D04-2C91-19099C0511B7}"/>
          </ac:spMkLst>
        </pc:spChg>
        <pc:spChg chg="add mod">
          <ac:chgData name="Scruel Tao" userId="5ea5c98d59b44d4b" providerId="LiveId" clId="{A4B67D7D-BC74-4496-B91F-814518757E7E}" dt="2023-05-06T03:09:42.363" v="5058" actId="1035"/>
          <ac:spMkLst>
            <pc:docMk/>
            <pc:sldMk cId="2228905181" sldId="367"/>
            <ac:spMk id="9" creationId="{B10F4E6C-A412-67D4-4924-EAEA77F329C9}"/>
          </ac:spMkLst>
        </pc:spChg>
        <pc:spChg chg="add mod">
          <ac:chgData name="Scruel Tao" userId="5ea5c98d59b44d4b" providerId="LiveId" clId="{A4B67D7D-BC74-4496-B91F-814518757E7E}" dt="2023-05-06T03:09:42.363" v="5058" actId="1035"/>
          <ac:spMkLst>
            <pc:docMk/>
            <pc:sldMk cId="2228905181" sldId="367"/>
            <ac:spMk id="10" creationId="{57D29990-5754-7F2D-4C6F-895824F015AC}"/>
          </ac:spMkLst>
        </pc:spChg>
        <pc:spChg chg="mod">
          <ac:chgData name="Scruel Tao" userId="5ea5c98d59b44d4b" providerId="LiveId" clId="{A4B67D7D-BC74-4496-B91F-814518757E7E}" dt="2023-05-06T03:09:42.363" v="5058" actId="1035"/>
          <ac:spMkLst>
            <pc:docMk/>
            <pc:sldMk cId="2228905181" sldId="367"/>
            <ac:spMk id="11" creationId="{D1CB7D54-0567-8D2C-1E23-24278F792DC4}"/>
          </ac:spMkLst>
        </pc:spChg>
        <pc:spChg chg="add mod">
          <ac:chgData name="Scruel Tao" userId="5ea5c98d59b44d4b" providerId="LiveId" clId="{A4B67D7D-BC74-4496-B91F-814518757E7E}" dt="2023-05-06T03:09:42.363" v="5058" actId="1035"/>
          <ac:spMkLst>
            <pc:docMk/>
            <pc:sldMk cId="2228905181" sldId="367"/>
            <ac:spMk id="12" creationId="{82DA919B-2088-BB51-58F5-0C1F6756A6C9}"/>
          </ac:spMkLst>
        </pc:spChg>
        <pc:spChg chg="mod">
          <ac:chgData name="Scruel Tao" userId="5ea5c98d59b44d4b" providerId="LiveId" clId="{A4B67D7D-BC74-4496-B91F-814518757E7E}" dt="2023-05-06T03:09:42.363" v="5058" actId="1035"/>
          <ac:spMkLst>
            <pc:docMk/>
            <pc:sldMk cId="2228905181" sldId="367"/>
            <ac:spMk id="13" creationId="{CD75B7E8-89C6-612E-53A3-58BD7DA64E69}"/>
          </ac:spMkLst>
        </pc:spChg>
        <pc:picChg chg="mod">
          <ac:chgData name="Scruel Tao" userId="5ea5c98d59b44d4b" providerId="LiveId" clId="{A4B67D7D-BC74-4496-B91F-814518757E7E}" dt="2023-05-06T03:09:42.363" v="5058" actId="1035"/>
          <ac:picMkLst>
            <pc:docMk/>
            <pc:sldMk cId="2228905181" sldId="367"/>
            <ac:picMk id="5" creationId="{06A7555A-07A1-62F3-16D8-350B727AFE24}"/>
          </ac:picMkLst>
        </pc:picChg>
        <pc:picChg chg="mod">
          <ac:chgData name="Scruel Tao" userId="5ea5c98d59b44d4b" providerId="LiveId" clId="{A4B67D7D-BC74-4496-B91F-814518757E7E}" dt="2023-05-06T03:09:42.363" v="5058" actId="1035"/>
          <ac:picMkLst>
            <pc:docMk/>
            <pc:sldMk cId="2228905181" sldId="367"/>
            <ac:picMk id="7" creationId="{B0471FDA-5B60-FDAA-5DF0-20CC3602316E}"/>
          </ac:picMkLst>
        </pc:picChg>
      </pc:sldChg>
      <pc:sldChg chg="modSp add mod">
        <pc:chgData name="Scruel Tao" userId="5ea5c98d59b44d4b" providerId="LiveId" clId="{A4B67D7D-BC74-4496-B91F-814518757E7E}" dt="2023-05-06T20:57:01.053" v="5359" actId="1076"/>
        <pc:sldMkLst>
          <pc:docMk/>
          <pc:sldMk cId="852871472" sldId="368"/>
        </pc:sldMkLst>
        <pc:spChg chg="mod">
          <ac:chgData name="Scruel Tao" userId="5ea5c98d59b44d4b" providerId="LiveId" clId="{A4B67D7D-BC74-4496-B91F-814518757E7E}" dt="2023-05-06T08:44:05.807" v="5256" actId="115"/>
          <ac:spMkLst>
            <pc:docMk/>
            <pc:sldMk cId="852871472" sldId="368"/>
            <ac:spMk id="3" creationId="{0E2FC508-1AFD-A957-52F2-FA1DEF2A9D27}"/>
          </ac:spMkLst>
        </pc:spChg>
        <pc:spChg chg="mod">
          <ac:chgData name="Scruel Tao" userId="5ea5c98d59b44d4b" providerId="LiveId" clId="{A4B67D7D-BC74-4496-B91F-814518757E7E}" dt="2023-05-06T08:44:41.194" v="5296" actId="255"/>
          <ac:spMkLst>
            <pc:docMk/>
            <pc:sldMk cId="852871472" sldId="368"/>
            <ac:spMk id="4" creationId="{50D9FEDD-66BF-5F86-4BE7-8DACB8F1C0E2}"/>
          </ac:spMkLst>
        </pc:spChg>
        <pc:spChg chg="mod">
          <ac:chgData name="Scruel Tao" userId="5ea5c98d59b44d4b" providerId="LiveId" clId="{A4B67D7D-BC74-4496-B91F-814518757E7E}" dt="2023-05-06T08:44:44.541" v="5297" actId="1076"/>
          <ac:spMkLst>
            <pc:docMk/>
            <pc:sldMk cId="852871472" sldId="368"/>
            <ac:spMk id="5" creationId="{114C6B1E-0645-32EC-965D-5D337B1B8CB3}"/>
          </ac:spMkLst>
        </pc:spChg>
        <pc:spChg chg="mod">
          <ac:chgData name="Scruel Tao" userId="5ea5c98d59b44d4b" providerId="LiveId" clId="{A4B67D7D-BC74-4496-B91F-814518757E7E}" dt="2023-05-06T20:57:01.053" v="5359" actId="1076"/>
          <ac:spMkLst>
            <pc:docMk/>
            <pc:sldMk cId="852871472" sldId="368"/>
            <ac:spMk id="6" creationId="{5E141099-A368-9FA1-DFD5-D35572374C33}"/>
          </ac:spMkLst>
        </pc:spChg>
      </pc:sldChg>
      <pc:sldMasterChg chg="modTransition modSldLayout">
        <pc:chgData name="Scruel Tao" userId="5ea5c98d59b44d4b" providerId="LiveId" clId="{A4B67D7D-BC74-4496-B91F-814518757E7E}" dt="2023-05-16T03:56:38.516" v="5403" actId="478"/>
        <pc:sldMasterMkLst>
          <pc:docMk/>
          <pc:sldMasterMk cId="1766057859" sldId="2147483648"/>
        </pc:sldMasterMkLst>
        <pc:sldLayoutChg chg="modTransition">
          <pc:chgData name="Scruel Tao" userId="5ea5c98d59b44d4b" providerId="LiveId" clId="{A4B67D7D-BC74-4496-B91F-814518757E7E}" dt="2023-05-05T14:59:42.841" v="4763"/>
          <pc:sldLayoutMkLst>
            <pc:docMk/>
            <pc:sldMasterMk cId="1766057859" sldId="2147483648"/>
            <pc:sldLayoutMk cId="2187492797" sldId="2147483649"/>
          </pc:sldLayoutMkLst>
        </pc:sldLayoutChg>
        <pc:sldLayoutChg chg="addSp delSp modSp mod modTransition">
          <pc:chgData name="Scruel Tao" userId="5ea5c98d59b44d4b" providerId="LiveId" clId="{A4B67D7D-BC74-4496-B91F-814518757E7E}" dt="2023-05-05T14:59:42.841" v="4763"/>
          <pc:sldLayoutMkLst>
            <pc:docMk/>
            <pc:sldMasterMk cId="1766057859" sldId="2147483648"/>
            <pc:sldLayoutMk cId="2116765151" sldId="2147483650"/>
          </pc:sldLayoutMkLst>
          <pc:spChg chg="del">
            <ac:chgData name="Scruel Tao" userId="5ea5c98d59b44d4b" providerId="LiveId" clId="{A4B67D7D-BC74-4496-B91F-814518757E7E}" dt="2023-05-03T00:08:10.311" v="4359" actId="478"/>
            <ac:spMkLst>
              <pc:docMk/>
              <pc:sldMasterMk cId="1766057859" sldId="2147483648"/>
              <pc:sldLayoutMk cId="2116765151" sldId="2147483650"/>
              <ac:spMk id="7" creationId="{CC508A81-C1C7-B1D4-63BC-4C397A9B30DA}"/>
            </ac:spMkLst>
          </pc:spChg>
          <pc:spChg chg="add mod">
            <ac:chgData name="Scruel Tao" userId="5ea5c98d59b44d4b" providerId="LiveId" clId="{A4B67D7D-BC74-4496-B91F-814518757E7E}" dt="2023-05-03T00:08:10.543" v="4360"/>
            <ac:spMkLst>
              <pc:docMk/>
              <pc:sldMasterMk cId="1766057859" sldId="2147483648"/>
              <pc:sldLayoutMk cId="2116765151" sldId="2147483650"/>
              <ac:spMk id="8" creationId="{85CD0BD6-7E53-8C38-3FC6-4399F3FA7741}"/>
            </ac:spMkLst>
          </pc:spChg>
        </pc:sldLayoutChg>
        <pc:sldLayoutChg chg="modTransition">
          <pc:chgData name="Scruel Tao" userId="5ea5c98d59b44d4b" providerId="LiveId" clId="{A4B67D7D-BC74-4496-B91F-814518757E7E}" dt="2023-05-05T14:59:42.841" v="4763"/>
          <pc:sldLayoutMkLst>
            <pc:docMk/>
            <pc:sldMasterMk cId="1766057859" sldId="2147483648"/>
            <pc:sldLayoutMk cId="3876442843" sldId="2147483651"/>
          </pc:sldLayoutMkLst>
        </pc:sldLayoutChg>
        <pc:sldLayoutChg chg="addSp delSp modSp mod modTransition">
          <pc:chgData name="Scruel Tao" userId="5ea5c98d59b44d4b" providerId="LiveId" clId="{A4B67D7D-BC74-4496-B91F-814518757E7E}" dt="2023-05-05T14:59:42.841" v="4763"/>
          <pc:sldLayoutMkLst>
            <pc:docMk/>
            <pc:sldMasterMk cId="1766057859" sldId="2147483648"/>
            <pc:sldLayoutMk cId="2296489930" sldId="2147483652"/>
          </pc:sldLayoutMkLst>
          <pc:spChg chg="del">
            <ac:chgData name="Scruel Tao" userId="5ea5c98d59b44d4b" providerId="LiveId" clId="{A4B67D7D-BC74-4496-B91F-814518757E7E}" dt="2023-05-03T00:08:12.980" v="4361" actId="478"/>
            <ac:spMkLst>
              <pc:docMk/>
              <pc:sldMasterMk cId="1766057859" sldId="2147483648"/>
              <pc:sldLayoutMk cId="2296489930" sldId="2147483652"/>
              <ac:spMk id="8" creationId="{C5A5C420-1B53-618C-C968-A8FEF109459A}"/>
            </ac:spMkLst>
          </pc:spChg>
          <pc:spChg chg="add mod">
            <ac:chgData name="Scruel Tao" userId="5ea5c98d59b44d4b" providerId="LiveId" clId="{A4B67D7D-BC74-4496-B91F-814518757E7E}" dt="2023-05-03T00:08:13.244" v="4362"/>
            <ac:spMkLst>
              <pc:docMk/>
              <pc:sldMasterMk cId="1766057859" sldId="2147483648"/>
              <pc:sldLayoutMk cId="2296489930" sldId="2147483652"/>
              <ac:spMk id="9" creationId="{ACF390AA-4B93-DD05-E2BA-A92585A95DFC}"/>
            </ac:spMkLst>
          </pc:spChg>
        </pc:sldLayoutChg>
        <pc:sldLayoutChg chg="modTransition">
          <pc:chgData name="Scruel Tao" userId="5ea5c98d59b44d4b" providerId="LiveId" clId="{A4B67D7D-BC74-4496-B91F-814518757E7E}" dt="2023-05-05T14:59:42.841" v="4763"/>
          <pc:sldLayoutMkLst>
            <pc:docMk/>
            <pc:sldMasterMk cId="1766057859" sldId="2147483648"/>
            <pc:sldLayoutMk cId="1903742116" sldId="2147483653"/>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2266343131" sldId="2147483654"/>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125871839" sldId="2147483655"/>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4269120921" sldId="2147483656"/>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839517779" sldId="2147483657"/>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533658407" sldId="2147483658"/>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1976972956" sldId="2147483659"/>
          </pc:sldLayoutMkLst>
        </pc:sldLayoutChg>
        <pc:sldLayoutChg chg="delSp modTransition">
          <pc:chgData name="Scruel Tao" userId="5ea5c98d59b44d4b" providerId="LiveId" clId="{A4B67D7D-BC74-4496-B91F-814518757E7E}" dt="2023-05-16T03:56:38.516" v="5403" actId="478"/>
          <pc:sldLayoutMkLst>
            <pc:docMk/>
            <pc:sldMasterMk cId="1766057859" sldId="2147483648"/>
            <pc:sldLayoutMk cId="1337634028" sldId="2147483660"/>
          </pc:sldLayoutMkLst>
          <pc:spChg chg="del">
            <ac:chgData name="Scruel Tao" userId="5ea5c98d59b44d4b" providerId="LiveId" clId="{A4B67D7D-BC74-4496-B91F-814518757E7E}" dt="2023-05-16T03:56:38.516" v="5403" actId="478"/>
            <ac:spMkLst>
              <pc:docMk/>
              <pc:sldMasterMk cId="1766057859" sldId="2147483648"/>
              <pc:sldLayoutMk cId="1337634028" sldId="2147483660"/>
              <ac:spMk id="19472" creationId="{BD0BF484-93B1-9A87-952A-7D5E9B29C38D}"/>
            </ac:spMkLst>
          </pc:spChg>
        </pc:sldLayoutChg>
      </pc:sldMasterChg>
    </pc:docChg>
  </pc:docChgLst>
  <pc:docChgLst>
    <pc:chgData name="Scruel Tao" userId="5ea5c98d59b44d4b" providerId="LiveId" clId="{B38B6544-768B-45CF-8BF5-97F5670D2594}"/>
    <pc:docChg chg="undo custSel addSld modSld">
      <pc:chgData name="Scruel Tao" userId="5ea5c98d59b44d4b" providerId="LiveId" clId="{B38B6544-768B-45CF-8BF5-97F5670D2594}" dt="2023-12-03T14:20:12.135" v="831"/>
      <pc:docMkLst>
        <pc:docMk/>
      </pc:docMkLst>
      <pc:sldChg chg="modAnim">
        <pc:chgData name="Scruel Tao" userId="5ea5c98d59b44d4b" providerId="LiveId" clId="{B38B6544-768B-45CF-8BF5-97F5670D2594}" dt="2023-12-03T10:00:56.511" v="830"/>
        <pc:sldMkLst>
          <pc:docMk/>
          <pc:sldMk cId="3745708182" sldId="280"/>
        </pc:sldMkLst>
      </pc:sldChg>
      <pc:sldChg chg="modSp">
        <pc:chgData name="Scruel Tao" userId="5ea5c98d59b44d4b" providerId="LiveId" clId="{B38B6544-768B-45CF-8BF5-97F5670D2594}" dt="2023-12-03T08:36:39.282" v="7" actId="255"/>
        <pc:sldMkLst>
          <pc:docMk/>
          <pc:sldMk cId="3407803589" sldId="288"/>
        </pc:sldMkLst>
        <pc:spChg chg="mod">
          <ac:chgData name="Scruel Tao" userId="5ea5c98d59b44d4b" providerId="LiveId" clId="{B38B6544-768B-45CF-8BF5-97F5670D2594}" dt="2023-12-03T08:36:39.282" v="7" actId="255"/>
          <ac:spMkLst>
            <pc:docMk/>
            <pc:sldMk cId="3407803589" sldId="288"/>
            <ac:spMk id="3" creationId="{0E2FC508-1AFD-A957-52F2-FA1DEF2A9D27}"/>
          </ac:spMkLst>
        </pc:spChg>
      </pc:sldChg>
      <pc:sldChg chg="modSp mod">
        <pc:chgData name="Scruel Tao" userId="5ea5c98d59b44d4b" providerId="LiveId" clId="{B38B6544-768B-45CF-8BF5-97F5670D2594}" dt="2023-12-03T08:39:32.157" v="217" actId="1076"/>
        <pc:sldMkLst>
          <pc:docMk/>
          <pc:sldMk cId="140711154" sldId="289"/>
        </pc:sldMkLst>
        <pc:spChg chg="mod">
          <ac:chgData name="Scruel Tao" userId="5ea5c98d59b44d4b" providerId="LiveId" clId="{B38B6544-768B-45CF-8BF5-97F5670D2594}" dt="2023-12-03T08:36:54.855" v="11" actId="255"/>
          <ac:spMkLst>
            <pc:docMk/>
            <pc:sldMk cId="140711154" sldId="289"/>
            <ac:spMk id="3" creationId="{0E2FC508-1AFD-A957-52F2-FA1DEF2A9D27}"/>
          </ac:spMkLst>
        </pc:spChg>
        <pc:spChg chg="mod">
          <ac:chgData name="Scruel Tao" userId="5ea5c98d59b44d4b" providerId="LiveId" clId="{B38B6544-768B-45CF-8BF5-97F5670D2594}" dt="2023-12-03T08:39:32.157" v="217" actId="1076"/>
          <ac:spMkLst>
            <pc:docMk/>
            <pc:sldMk cId="140711154" sldId="289"/>
            <ac:spMk id="5" creationId="{B7A8CE03-6A77-60EC-056E-D7A0019640A3}"/>
          </ac:spMkLst>
        </pc:spChg>
      </pc:sldChg>
      <pc:sldChg chg="addSp delSp modSp mod modAnim">
        <pc:chgData name="Scruel Tao" userId="5ea5c98d59b44d4b" providerId="LiveId" clId="{B38B6544-768B-45CF-8BF5-97F5670D2594}" dt="2023-12-03T09:51:11.184" v="759"/>
        <pc:sldMkLst>
          <pc:docMk/>
          <pc:sldMk cId="3974892786" sldId="290"/>
        </pc:sldMkLst>
        <pc:spChg chg="mod">
          <ac:chgData name="Scruel Tao" userId="5ea5c98d59b44d4b" providerId="LiveId" clId="{B38B6544-768B-45CF-8BF5-97F5670D2594}" dt="2023-12-03T09:51:11.184" v="759"/>
          <ac:spMkLst>
            <pc:docMk/>
            <pc:sldMk cId="3974892786" sldId="290"/>
            <ac:spMk id="3" creationId="{0E2FC508-1AFD-A957-52F2-FA1DEF2A9D27}"/>
          </ac:spMkLst>
        </pc:spChg>
        <pc:spChg chg="add del mod">
          <ac:chgData name="Scruel Tao" userId="5ea5c98d59b44d4b" providerId="LiveId" clId="{B38B6544-768B-45CF-8BF5-97F5670D2594}" dt="2023-12-03T08:40:49.159" v="243" actId="478"/>
          <ac:spMkLst>
            <pc:docMk/>
            <pc:sldMk cId="3974892786" sldId="290"/>
            <ac:spMk id="4" creationId="{D711C78A-150D-8D4D-54FE-131997BE31F3}"/>
          </ac:spMkLst>
        </pc:spChg>
      </pc:sldChg>
      <pc:sldChg chg="delSp modSp mod delAnim modAnim">
        <pc:chgData name="Scruel Tao" userId="5ea5c98d59b44d4b" providerId="LiveId" clId="{B38B6544-768B-45CF-8BF5-97F5670D2594}" dt="2023-12-03T09:57:01.057" v="817"/>
        <pc:sldMkLst>
          <pc:docMk/>
          <pc:sldMk cId="1363497738" sldId="291"/>
        </pc:sldMkLst>
        <pc:spChg chg="mod">
          <ac:chgData name="Scruel Tao" userId="5ea5c98d59b44d4b" providerId="LiveId" clId="{B38B6544-768B-45CF-8BF5-97F5670D2594}" dt="2023-12-03T08:37:03.678" v="13" actId="404"/>
          <ac:spMkLst>
            <pc:docMk/>
            <pc:sldMk cId="1363497738" sldId="291"/>
            <ac:spMk id="3" creationId="{0E2FC508-1AFD-A957-52F2-FA1DEF2A9D27}"/>
          </ac:spMkLst>
        </pc:spChg>
        <pc:spChg chg="mod">
          <ac:chgData name="Scruel Tao" userId="5ea5c98d59b44d4b" providerId="LiveId" clId="{B38B6544-768B-45CF-8BF5-97F5670D2594}" dt="2023-12-03T09:57:01.057" v="817"/>
          <ac:spMkLst>
            <pc:docMk/>
            <pc:sldMk cId="1363497738" sldId="291"/>
            <ac:spMk id="4" creationId="{1240B367-5845-5646-7A17-5047501A0AF2}"/>
          </ac:spMkLst>
        </pc:spChg>
        <pc:spChg chg="del">
          <ac:chgData name="Scruel Tao" userId="5ea5c98d59b44d4b" providerId="LiveId" clId="{B38B6544-768B-45CF-8BF5-97F5670D2594}" dt="2023-12-03T09:56:23.979" v="810" actId="478"/>
          <ac:spMkLst>
            <pc:docMk/>
            <pc:sldMk cId="1363497738" sldId="291"/>
            <ac:spMk id="5" creationId="{C2806D0C-9D45-8455-3EF3-A2BE259C34B7}"/>
          </ac:spMkLst>
        </pc:spChg>
        <pc:spChg chg="del">
          <ac:chgData name="Scruel Tao" userId="5ea5c98d59b44d4b" providerId="LiveId" clId="{B38B6544-768B-45CF-8BF5-97F5670D2594}" dt="2023-12-03T09:56:19.262" v="808" actId="478"/>
          <ac:spMkLst>
            <pc:docMk/>
            <pc:sldMk cId="1363497738" sldId="291"/>
            <ac:spMk id="6" creationId="{E9BFEB5B-C125-3171-A209-780B8C73A101}"/>
          </ac:spMkLst>
        </pc:spChg>
      </pc:sldChg>
      <pc:sldChg chg="modSp mod modNotesTx">
        <pc:chgData name="Scruel Tao" userId="5ea5c98d59b44d4b" providerId="LiveId" clId="{B38B6544-768B-45CF-8BF5-97F5670D2594}" dt="2023-12-03T08:39:01.803" v="216" actId="20577"/>
        <pc:sldMkLst>
          <pc:docMk/>
          <pc:sldMk cId="1527748610" sldId="292"/>
        </pc:sldMkLst>
        <pc:spChg chg="mod">
          <ac:chgData name="Scruel Tao" userId="5ea5c98d59b44d4b" providerId="LiveId" clId="{B38B6544-768B-45CF-8BF5-97F5670D2594}" dt="2023-12-03T08:37:15.792" v="16" actId="108"/>
          <ac:spMkLst>
            <pc:docMk/>
            <pc:sldMk cId="1527748610" sldId="292"/>
            <ac:spMk id="3" creationId="{0E2FC508-1AFD-A957-52F2-FA1DEF2A9D27}"/>
          </ac:spMkLst>
        </pc:spChg>
      </pc:sldChg>
      <pc:sldChg chg="modSp mod">
        <pc:chgData name="Scruel Tao" userId="5ea5c98d59b44d4b" providerId="LiveId" clId="{B38B6544-768B-45CF-8BF5-97F5670D2594}" dt="2023-12-03T08:37:43.502" v="37" actId="20577"/>
        <pc:sldMkLst>
          <pc:docMk/>
          <pc:sldMk cId="4100469980" sldId="293"/>
        </pc:sldMkLst>
        <pc:spChg chg="mod">
          <ac:chgData name="Scruel Tao" userId="5ea5c98d59b44d4b" providerId="LiveId" clId="{B38B6544-768B-45CF-8BF5-97F5670D2594}" dt="2023-12-03T08:37:43.502" v="37" actId="20577"/>
          <ac:spMkLst>
            <pc:docMk/>
            <pc:sldMk cId="4100469980" sldId="293"/>
            <ac:spMk id="3" creationId="{0E2FC508-1AFD-A957-52F2-FA1DEF2A9D27}"/>
          </ac:spMkLst>
        </pc:spChg>
      </pc:sldChg>
      <pc:sldChg chg="delSp mod delAnim">
        <pc:chgData name="Scruel Tao" userId="5ea5c98d59b44d4b" providerId="LiveId" clId="{B38B6544-768B-45CF-8BF5-97F5670D2594}" dt="2023-12-03T09:58:31.865" v="821" actId="478"/>
        <pc:sldMkLst>
          <pc:docMk/>
          <pc:sldMk cId="1222532665" sldId="295"/>
        </pc:sldMkLst>
        <pc:spChg chg="del">
          <ac:chgData name="Scruel Tao" userId="5ea5c98d59b44d4b" providerId="LiveId" clId="{B38B6544-768B-45CF-8BF5-97F5670D2594}" dt="2023-12-03T09:58:31.865" v="821" actId="478"/>
          <ac:spMkLst>
            <pc:docMk/>
            <pc:sldMk cId="1222532665" sldId="295"/>
            <ac:spMk id="5" creationId="{114C6B1E-0645-32EC-965D-5D337B1B8CB3}"/>
          </ac:spMkLst>
        </pc:spChg>
      </pc:sldChg>
      <pc:sldChg chg="addSp modSp mod">
        <pc:chgData name="Scruel Tao" userId="5ea5c98d59b44d4b" providerId="LiveId" clId="{B38B6544-768B-45CF-8BF5-97F5670D2594}" dt="2023-12-03T09:54:07" v="781" actId="1036"/>
        <pc:sldMkLst>
          <pc:docMk/>
          <pc:sldMk cId="1359967824" sldId="304"/>
        </pc:sldMkLst>
        <pc:spChg chg="mod">
          <ac:chgData name="Scruel Tao" userId="5ea5c98d59b44d4b" providerId="LiveId" clId="{B38B6544-768B-45CF-8BF5-97F5670D2594}" dt="2023-12-03T08:37:27.546" v="18" actId="20577"/>
          <ac:spMkLst>
            <pc:docMk/>
            <pc:sldMk cId="1359967824" sldId="304"/>
            <ac:spMk id="3" creationId="{0E2FC508-1AFD-A957-52F2-FA1DEF2A9D27}"/>
          </ac:spMkLst>
        </pc:spChg>
        <pc:spChg chg="add mod">
          <ac:chgData name="Scruel Tao" userId="5ea5c98d59b44d4b" providerId="LiveId" clId="{B38B6544-768B-45CF-8BF5-97F5670D2594}" dt="2023-12-03T09:54:01.222" v="777" actId="1076"/>
          <ac:spMkLst>
            <pc:docMk/>
            <pc:sldMk cId="1359967824" sldId="304"/>
            <ac:spMk id="4" creationId="{A4957835-8435-A9C3-C269-E12CBA652856}"/>
          </ac:spMkLst>
        </pc:spChg>
        <pc:spChg chg="add mod">
          <ac:chgData name="Scruel Tao" userId="5ea5c98d59b44d4b" providerId="LiveId" clId="{B38B6544-768B-45CF-8BF5-97F5670D2594}" dt="2023-12-03T09:54:07" v="781" actId="1036"/>
          <ac:spMkLst>
            <pc:docMk/>
            <pc:sldMk cId="1359967824" sldId="304"/>
            <ac:spMk id="5" creationId="{8F4F95F0-1433-4D0B-16EC-B6D6C2F81EFC}"/>
          </ac:spMkLst>
        </pc:spChg>
      </pc:sldChg>
      <pc:sldChg chg="modSp mod">
        <pc:chgData name="Scruel Tao" userId="5ea5c98d59b44d4b" providerId="LiveId" clId="{B38B6544-768B-45CF-8BF5-97F5670D2594}" dt="2023-12-03T09:55:34.081" v="801" actId="20577"/>
        <pc:sldMkLst>
          <pc:docMk/>
          <pc:sldMk cId="4144585469" sldId="305"/>
        </pc:sldMkLst>
        <pc:spChg chg="mod">
          <ac:chgData name="Scruel Tao" userId="5ea5c98d59b44d4b" providerId="LiveId" clId="{B38B6544-768B-45CF-8BF5-97F5670D2594}" dt="2023-12-03T08:37:35.427" v="27" actId="20577"/>
          <ac:spMkLst>
            <pc:docMk/>
            <pc:sldMk cId="4144585469" sldId="305"/>
            <ac:spMk id="3" creationId="{0E2FC508-1AFD-A957-52F2-FA1DEF2A9D27}"/>
          </ac:spMkLst>
        </pc:spChg>
        <pc:spChg chg="mod">
          <ac:chgData name="Scruel Tao" userId="5ea5c98d59b44d4b" providerId="LiveId" clId="{B38B6544-768B-45CF-8BF5-97F5670D2594}" dt="2023-12-03T09:55:32.568" v="800" actId="20577"/>
          <ac:spMkLst>
            <pc:docMk/>
            <pc:sldMk cId="4144585469" sldId="305"/>
            <ac:spMk id="4" creationId="{564EA136-5442-04A0-129C-D88913C8FD96}"/>
          </ac:spMkLst>
        </pc:spChg>
        <pc:spChg chg="mod">
          <ac:chgData name="Scruel Tao" userId="5ea5c98d59b44d4b" providerId="LiveId" clId="{B38B6544-768B-45CF-8BF5-97F5670D2594}" dt="2023-12-03T09:55:34.081" v="801" actId="20577"/>
          <ac:spMkLst>
            <pc:docMk/>
            <pc:sldMk cId="4144585469" sldId="305"/>
            <ac:spMk id="5" creationId="{F62C3695-EA37-F9E9-52C4-EFDBECCD9244}"/>
          </ac:spMkLst>
        </pc:spChg>
      </pc:sldChg>
      <pc:sldChg chg="addSp delSp modSp mod modNotesTx">
        <pc:chgData name="Scruel Tao" userId="5ea5c98d59b44d4b" providerId="LiveId" clId="{B38B6544-768B-45CF-8BF5-97F5670D2594}" dt="2023-12-03T09:55:23.116" v="799" actId="20577"/>
        <pc:sldMkLst>
          <pc:docMk/>
          <pc:sldMk cId="586481747" sldId="306"/>
        </pc:sldMkLst>
        <pc:spChg chg="mod">
          <ac:chgData name="Scruel Tao" userId="5ea5c98d59b44d4b" providerId="LiveId" clId="{B38B6544-768B-45CF-8BF5-97F5670D2594}" dt="2023-12-03T08:37:49.946" v="47" actId="20577"/>
          <ac:spMkLst>
            <pc:docMk/>
            <pc:sldMk cId="586481747" sldId="306"/>
            <ac:spMk id="3" creationId="{0E2FC508-1AFD-A957-52F2-FA1DEF2A9D27}"/>
          </ac:spMkLst>
        </pc:spChg>
        <pc:spChg chg="add mod">
          <ac:chgData name="Scruel Tao" userId="5ea5c98d59b44d4b" providerId="LiveId" clId="{B38B6544-768B-45CF-8BF5-97F5670D2594}" dt="2023-12-03T09:54:23.438" v="787" actId="1076"/>
          <ac:spMkLst>
            <pc:docMk/>
            <pc:sldMk cId="586481747" sldId="306"/>
            <ac:spMk id="4" creationId="{523D42A1-08D8-82E3-24B5-324C44A4F3A8}"/>
          </ac:spMkLst>
        </pc:spChg>
        <pc:spChg chg="add del mod">
          <ac:chgData name="Scruel Tao" userId="5ea5c98d59b44d4b" providerId="LiveId" clId="{B38B6544-768B-45CF-8BF5-97F5670D2594}" dt="2023-12-03T09:54:20.694" v="785"/>
          <ac:spMkLst>
            <pc:docMk/>
            <pc:sldMk cId="586481747" sldId="306"/>
            <ac:spMk id="5" creationId="{92AC00CA-1EA0-799D-BD2B-00723CE4846B}"/>
          </ac:spMkLst>
        </pc:spChg>
        <pc:spChg chg="add mod">
          <ac:chgData name="Scruel Tao" userId="5ea5c98d59b44d4b" providerId="LiveId" clId="{B38B6544-768B-45CF-8BF5-97F5670D2594}" dt="2023-12-03T09:54:28.426" v="789" actId="1076"/>
          <ac:spMkLst>
            <pc:docMk/>
            <pc:sldMk cId="586481747" sldId="306"/>
            <ac:spMk id="6" creationId="{2F5B1936-28A3-4BB5-BB7E-DF96AC3ADD98}"/>
          </ac:spMkLst>
        </pc:spChg>
        <pc:spChg chg="add mod">
          <ac:chgData name="Scruel Tao" userId="5ea5c98d59b44d4b" providerId="LiveId" clId="{B38B6544-768B-45CF-8BF5-97F5670D2594}" dt="2023-12-03T09:54:34.173" v="791" actId="1076"/>
          <ac:spMkLst>
            <pc:docMk/>
            <pc:sldMk cId="586481747" sldId="306"/>
            <ac:spMk id="7" creationId="{3CB8C1CE-73DF-FAE7-BAFD-51BB7E20F921}"/>
          </ac:spMkLst>
        </pc:spChg>
      </pc:sldChg>
      <pc:sldChg chg="modAnim">
        <pc:chgData name="Scruel Tao" userId="5ea5c98d59b44d4b" providerId="LiveId" clId="{B38B6544-768B-45CF-8BF5-97F5670D2594}" dt="2023-12-03T08:35:23.378" v="2"/>
        <pc:sldMkLst>
          <pc:docMk/>
          <pc:sldMk cId="2228905181" sldId="367"/>
        </pc:sldMkLst>
      </pc:sldChg>
      <pc:sldChg chg="delSp modSp add mod modTransition modNotesTx">
        <pc:chgData name="Scruel Tao" userId="5ea5c98d59b44d4b" providerId="LiveId" clId="{B38B6544-768B-45CF-8BF5-97F5670D2594}" dt="2023-12-03T14:20:12.135" v="831"/>
        <pc:sldMkLst>
          <pc:docMk/>
          <pc:sldMk cId="3677760002" sldId="369"/>
        </pc:sldMkLst>
        <pc:spChg chg="mod">
          <ac:chgData name="Scruel Tao" userId="5ea5c98d59b44d4b" providerId="LiveId" clId="{B38B6544-768B-45CF-8BF5-97F5670D2594}" dt="2023-12-03T09:51:18.228" v="761"/>
          <ac:spMkLst>
            <pc:docMk/>
            <pc:sldMk cId="3677760002" sldId="369"/>
            <ac:spMk id="3" creationId="{0E2FC508-1AFD-A957-52F2-FA1DEF2A9D27}"/>
          </ac:spMkLst>
        </pc:spChg>
        <pc:spChg chg="del">
          <ac:chgData name="Scruel Tao" userId="5ea5c98d59b44d4b" providerId="LiveId" clId="{B38B6544-768B-45CF-8BF5-97F5670D2594}" dt="2023-12-03T08:40:45.418" v="242" actId="478"/>
          <ac:spMkLst>
            <pc:docMk/>
            <pc:sldMk cId="3677760002" sldId="369"/>
            <ac:spMk id="4" creationId="{D711C78A-150D-8D4D-54FE-131997BE31F3}"/>
          </ac:spMkLst>
        </pc:spChg>
        <pc:spChg chg="mod">
          <ac:chgData name="Scruel Tao" userId="5ea5c98d59b44d4b" providerId="LiveId" clId="{B38B6544-768B-45CF-8BF5-97F5670D2594}" dt="2023-12-03T08:42:24.868" v="318" actId="108"/>
          <ac:spMkLst>
            <pc:docMk/>
            <pc:sldMk cId="3677760002" sldId="369"/>
            <ac:spMk id="7" creationId="{12C899D8-51C5-D9B7-A323-E6EFE4AB5C33}"/>
          </ac:spMkLst>
        </pc:spChg>
      </pc:sldChg>
      <pc:sldChg chg="modSp add mod modAnim">
        <pc:chgData name="Scruel Tao" userId="5ea5c98d59b44d4b" providerId="LiveId" clId="{B38B6544-768B-45CF-8BF5-97F5670D2594}" dt="2023-12-03T09:57:21.130" v="819" actId="1076"/>
        <pc:sldMkLst>
          <pc:docMk/>
          <pc:sldMk cId="822248108" sldId="370"/>
        </pc:sldMkLst>
        <pc:spChg chg="mod">
          <ac:chgData name="Scruel Tao" userId="5ea5c98d59b44d4b" providerId="LiveId" clId="{B38B6544-768B-45CF-8BF5-97F5670D2594}" dt="2023-12-03T09:57:21.130" v="819" actId="1076"/>
          <ac:spMkLst>
            <pc:docMk/>
            <pc:sldMk cId="822248108" sldId="370"/>
            <ac:spMk id="6" creationId="{E9BFEB5B-C125-3171-A209-780B8C73A101}"/>
          </ac:spMkLst>
        </pc:spChg>
      </pc:sldChg>
      <pc:sldChg chg="modSp add mod modAnim">
        <pc:chgData name="Scruel Tao" userId="5ea5c98d59b44d4b" providerId="LiveId" clId="{B38B6544-768B-45CF-8BF5-97F5670D2594}" dt="2023-12-03T09:59:49.940" v="828" actId="108"/>
        <pc:sldMkLst>
          <pc:docMk/>
          <pc:sldMk cId="1788499885" sldId="371"/>
        </pc:sldMkLst>
        <pc:spChg chg="mod">
          <ac:chgData name="Scruel Tao" userId="5ea5c98d59b44d4b" providerId="LiveId" clId="{B38B6544-768B-45CF-8BF5-97F5670D2594}" dt="2023-12-03T09:59:49.940" v="828" actId="108"/>
          <ac:spMkLst>
            <pc:docMk/>
            <pc:sldMk cId="1788499885" sldId="371"/>
            <ac:spMk id="4" creationId="{50D9FEDD-66BF-5F86-4BE7-8DACB8F1C0E2}"/>
          </ac:spMkLst>
        </pc:spChg>
      </pc:sldChg>
    </pc:docChg>
  </pc:docChgLst>
  <pc:docChgLst>
    <pc:chgData name="Scruel Tao" userId="5ea5c98d59b44d4b" providerId="LiveId" clId="{A52ED264-C864-416B-BFF4-46855FE833A0}"/>
    <pc:docChg chg="undo redo custSel addSld delSld modSld modMainMaster">
      <pc:chgData name="Scruel Tao" userId="5ea5c98d59b44d4b" providerId="LiveId" clId="{A52ED264-C864-416B-BFF4-46855FE833A0}" dt="2023-04-25T06:04:49.595" v="147" actId="47"/>
      <pc:docMkLst>
        <pc:docMk/>
      </pc:docMkLst>
      <pc:sldChg chg="modSp mod">
        <pc:chgData name="Scruel Tao" userId="5ea5c98d59b44d4b" providerId="LiveId" clId="{A52ED264-C864-416B-BFF4-46855FE833A0}" dt="2023-04-25T06:04:25.067" v="132" actId="20577"/>
        <pc:sldMkLst>
          <pc:docMk/>
          <pc:sldMk cId="1112998187" sldId="257"/>
        </pc:sldMkLst>
        <pc:spChg chg="mod">
          <ac:chgData name="Scruel Tao" userId="5ea5c98d59b44d4b" providerId="LiveId" clId="{A52ED264-C864-416B-BFF4-46855FE833A0}" dt="2023-04-25T05:55:34.925" v="7" actId="20577"/>
          <ac:spMkLst>
            <pc:docMk/>
            <pc:sldMk cId="1112998187" sldId="257"/>
            <ac:spMk id="2" creationId="{1422DFF6-0952-1023-64E3-97184D36BE3F}"/>
          </ac:spMkLst>
        </pc:spChg>
        <pc:spChg chg="mod">
          <ac:chgData name="Scruel Tao" userId="5ea5c98d59b44d4b" providerId="LiveId" clId="{A52ED264-C864-416B-BFF4-46855FE833A0}" dt="2023-04-25T06:04:25.067" v="132" actId="20577"/>
          <ac:spMkLst>
            <pc:docMk/>
            <pc:sldMk cId="1112998187" sldId="257"/>
            <ac:spMk id="3" creationId="{AC7759D9-0BB4-08ED-8476-24F7D903D6DE}"/>
          </ac:spMkLst>
        </pc:spChg>
      </pc:sldChg>
      <pc:sldChg chg="del">
        <pc:chgData name="Scruel Tao" userId="5ea5c98d59b44d4b" providerId="LiveId" clId="{A52ED264-C864-416B-BFF4-46855FE833A0}" dt="2023-04-25T06:04:27.581" v="133" actId="47"/>
        <pc:sldMkLst>
          <pc:docMk/>
          <pc:sldMk cId="3636494425" sldId="258"/>
        </pc:sldMkLst>
      </pc:sldChg>
      <pc:sldChg chg="modSp mod">
        <pc:chgData name="Scruel Tao" userId="5ea5c98d59b44d4b" providerId="LiveId" clId="{A52ED264-C864-416B-BFF4-46855FE833A0}" dt="2023-04-25T06:04:37.445" v="134"/>
        <pc:sldMkLst>
          <pc:docMk/>
          <pc:sldMk cId="1199684676" sldId="259"/>
        </pc:sldMkLst>
        <pc:spChg chg="mod">
          <ac:chgData name="Scruel Tao" userId="5ea5c98d59b44d4b" providerId="LiveId" clId="{A52ED264-C864-416B-BFF4-46855FE833A0}" dt="2023-04-25T06:04:37.445" v="134"/>
          <ac:spMkLst>
            <pc:docMk/>
            <pc:sldMk cId="1199684676" sldId="259"/>
            <ac:spMk id="2" creationId="{ABA783DF-49A6-7EF1-661E-C574E2C2F386}"/>
          </ac:spMkLst>
        </pc:spChg>
      </pc:sldChg>
      <pc:sldChg chg="modSp">
        <pc:chgData name="Scruel Tao" userId="5ea5c98d59b44d4b" providerId="LiveId" clId="{A52ED264-C864-416B-BFF4-46855FE833A0}" dt="2023-04-25T05:55:16.475" v="3" actId="113"/>
        <pc:sldMkLst>
          <pc:docMk/>
          <pc:sldMk cId="0" sldId="260"/>
        </pc:sldMkLst>
        <pc:spChg chg="mod">
          <ac:chgData name="Scruel Tao" userId="5ea5c98d59b44d4b" providerId="LiveId" clId="{A52ED264-C864-416B-BFF4-46855FE833A0}" dt="2023-04-25T05:55:16.475" v="3" actId="113"/>
          <ac:spMkLst>
            <pc:docMk/>
            <pc:sldMk cId="0" sldId="260"/>
            <ac:spMk id="1227786" creationId="{C3F4DD20-8FA3-3CB0-19B6-FE0240B92A34}"/>
          </ac:spMkLst>
        </pc:spChg>
      </pc:sldChg>
      <pc:sldChg chg="del">
        <pc:chgData name="Scruel Tao" userId="5ea5c98d59b44d4b" providerId="LiveId" clId="{A52ED264-C864-416B-BFF4-46855FE833A0}" dt="2023-04-25T06:04:41.889" v="135" actId="47"/>
        <pc:sldMkLst>
          <pc:docMk/>
          <pc:sldMk cId="3351160539" sldId="261"/>
        </pc:sldMkLst>
      </pc:sldChg>
      <pc:sldChg chg="del">
        <pc:chgData name="Scruel Tao" userId="5ea5c98d59b44d4b" providerId="LiveId" clId="{A52ED264-C864-416B-BFF4-46855FE833A0}" dt="2023-04-25T06:04:42.937" v="138" actId="47"/>
        <pc:sldMkLst>
          <pc:docMk/>
          <pc:sldMk cId="1122177192" sldId="262"/>
        </pc:sldMkLst>
      </pc:sldChg>
      <pc:sldChg chg="del">
        <pc:chgData name="Scruel Tao" userId="5ea5c98d59b44d4b" providerId="LiveId" clId="{A52ED264-C864-416B-BFF4-46855FE833A0}" dt="2023-04-25T06:04:43.130" v="139" actId="47"/>
        <pc:sldMkLst>
          <pc:docMk/>
          <pc:sldMk cId="3745137309" sldId="263"/>
        </pc:sldMkLst>
      </pc:sldChg>
      <pc:sldChg chg="del">
        <pc:chgData name="Scruel Tao" userId="5ea5c98d59b44d4b" providerId="LiveId" clId="{A52ED264-C864-416B-BFF4-46855FE833A0}" dt="2023-04-25T06:04:42.768" v="137" actId="47"/>
        <pc:sldMkLst>
          <pc:docMk/>
          <pc:sldMk cId="3725727672" sldId="264"/>
        </pc:sldMkLst>
      </pc:sldChg>
      <pc:sldChg chg="del">
        <pc:chgData name="Scruel Tao" userId="5ea5c98d59b44d4b" providerId="LiveId" clId="{A52ED264-C864-416B-BFF4-46855FE833A0}" dt="2023-04-25T06:04:43.938" v="140" actId="47"/>
        <pc:sldMkLst>
          <pc:docMk/>
          <pc:sldMk cId="3416507657" sldId="265"/>
        </pc:sldMkLst>
      </pc:sldChg>
      <pc:sldChg chg="del">
        <pc:chgData name="Scruel Tao" userId="5ea5c98d59b44d4b" providerId="LiveId" clId="{A52ED264-C864-416B-BFF4-46855FE833A0}" dt="2023-04-25T06:04:42.150" v="136" actId="47"/>
        <pc:sldMkLst>
          <pc:docMk/>
          <pc:sldMk cId="192831406" sldId="270"/>
        </pc:sldMkLst>
      </pc:sldChg>
      <pc:sldChg chg="del">
        <pc:chgData name="Scruel Tao" userId="5ea5c98d59b44d4b" providerId="LiveId" clId="{A52ED264-C864-416B-BFF4-46855FE833A0}" dt="2023-04-25T06:04:44.362" v="141" actId="47"/>
        <pc:sldMkLst>
          <pc:docMk/>
          <pc:sldMk cId="555885545" sldId="271"/>
        </pc:sldMkLst>
      </pc:sldChg>
      <pc:sldChg chg="del">
        <pc:chgData name="Scruel Tao" userId="5ea5c98d59b44d4b" providerId="LiveId" clId="{A52ED264-C864-416B-BFF4-46855FE833A0}" dt="2023-04-25T06:04:45.421" v="143" actId="47"/>
        <pc:sldMkLst>
          <pc:docMk/>
          <pc:sldMk cId="1518949093" sldId="272"/>
        </pc:sldMkLst>
      </pc:sldChg>
      <pc:sldChg chg="del">
        <pc:chgData name="Scruel Tao" userId="5ea5c98d59b44d4b" providerId="LiveId" clId="{A52ED264-C864-416B-BFF4-46855FE833A0}" dt="2023-04-25T06:04:45.923" v="144" actId="47"/>
        <pc:sldMkLst>
          <pc:docMk/>
          <pc:sldMk cId="1301849154" sldId="273"/>
        </pc:sldMkLst>
      </pc:sldChg>
      <pc:sldChg chg="add del">
        <pc:chgData name="Scruel Tao" userId="5ea5c98d59b44d4b" providerId="LiveId" clId="{A52ED264-C864-416B-BFF4-46855FE833A0}" dt="2023-04-25T06:04:49.595" v="147" actId="47"/>
        <pc:sldMkLst>
          <pc:docMk/>
          <pc:sldMk cId="2878673110" sldId="274"/>
        </pc:sldMkLst>
      </pc:sldChg>
      <pc:sldChg chg="del">
        <pc:chgData name="Scruel Tao" userId="5ea5c98d59b44d4b" providerId="LiveId" clId="{A52ED264-C864-416B-BFF4-46855FE833A0}" dt="2023-04-25T06:04:44.775" v="142" actId="47"/>
        <pc:sldMkLst>
          <pc:docMk/>
          <pc:sldMk cId="1525970791" sldId="275"/>
        </pc:sldMkLst>
      </pc:sldChg>
      <pc:sldMasterChg chg="modSldLayout">
        <pc:chgData name="Scruel Tao" userId="5ea5c98d59b44d4b" providerId="LiveId" clId="{A52ED264-C864-416B-BFF4-46855FE833A0}" dt="2023-04-25T06:02:10.750" v="86" actId="14100"/>
        <pc:sldMasterMkLst>
          <pc:docMk/>
          <pc:sldMasterMk cId="1766057859" sldId="2147483648"/>
        </pc:sldMasterMkLst>
        <pc:sldLayoutChg chg="modSp mod">
          <pc:chgData name="Scruel Tao" userId="5ea5c98d59b44d4b" providerId="LiveId" clId="{A52ED264-C864-416B-BFF4-46855FE833A0}" dt="2023-04-25T06:02:04.393" v="84" actId="14100"/>
          <pc:sldLayoutMkLst>
            <pc:docMk/>
            <pc:sldMasterMk cId="1766057859" sldId="2147483648"/>
            <pc:sldLayoutMk cId="2116765151" sldId="2147483650"/>
          </pc:sldLayoutMkLst>
          <pc:spChg chg="mod">
            <ac:chgData name="Scruel Tao" userId="5ea5c98d59b44d4b" providerId="LiveId" clId="{A52ED264-C864-416B-BFF4-46855FE833A0}" dt="2023-04-25T06:02:04.393" v="84" actId="14100"/>
            <ac:spMkLst>
              <pc:docMk/>
              <pc:sldMasterMk cId="1766057859" sldId="2147483648"/>
              <pc:sldLayoutMk cId="2116765151" sldId="2147483650"/>
              <ac:spMk id="7" creationId="{CC508A81-C1C7-B1D4-63BC-4C397A9B30DA}"/>
            </ac:spMkLst>
          </pc:spChg>
        </pc:sldLayoutChg>
        <pc:sldLayoutChg chg="modSp mod">
          <pc:chgData name="Scruel Tao" userId="5ea5c98d59b44d4b" providerId="LiveId" clId="{A52ED264-C864-416B-BFF4-46855FE833A0}" dt="2023-04-25T06:02:10.750" v="86" actId="14100"/>
          <pc:sldLayoutMkLst>
            <pc:docMk/>
            <pc:sldMasterMk cId="1766057859" sldId="2147483648"/>
            <pc:sldLayoutMk cId="2296489930" sldId="2147483652"/>
          </pc:sldLayoutMkLst>
          <pc:spChg chg="mod">
            <ac:chgData name="Scruel Tao" userId="5ea5c98d59b44d4b" providerId="LiveId" clId="{A52ED264-C864-416B-BFF4-46855FE833A0}" dt="2023-04-25T06:02:10.750" v="86" actId="14100"/>
            <ac:spMkLst>
              <pc:docMk/>
              <pc:sldMasterMk cId="1766057859" sldId="2147483648"/>
              <pc:sldLayoutMk cId="2296489930" sldId="2147483652"/>
              <ac:spMk id="8" creationId="{C5A5C420-1B53-618C-C968-A8FEF109459A}"/>
            </ac:spMkLst>
          </pc:spChg>
        </pc:sldLayoutChg>
      </pc:sldMasterChg>
    </pc:docChg>
  </pc:docChgLst>
  <pc:docChgLst>
    <pc:chgData name="Scruel Tao" userId="5ea5c98d59b44d4b" providerId="LiveId" clId="{2BA6F94F-59B6-4AA6-9DB6-4A8227DBE37E}"/>
    <pc:docChg chg="undo redo custSel addSld delSld modSld sldOrd modMainMaster">
      <pc:chgData name="Scruel Tao" userId="5ea5c98d59b44d4b" providerId="LiveId" clId="{2BA6F94F-59B6-4AA6-9DB6-4A8227DBE37E}" dt="2023-04-06T03:22:01.021" v="6326" actId="20577"/>
      <pc:docMkLst>
        <pc:docMk/>
      </pc:docMkLst>
      <pc:sldChg chg="del">
        <pc:chgData name="Scruel Tao" userId="5ea5c98d59b44d4b" providerId="LiveId" clId="{2BA6F94F-59B6-4AA6-9DB6-4A8227DBE37E}" dt="2023-04-03T03:24:06.255" v="207" actId="47"/>
        <pc:sldMkLst>
          <pc:docMk/>
          <pc:sldMk cId="1900326474" sldId="256"/>
        </pc:sldMkLst>
      </pc:sldChg>
      <pc:sldChg chg="modSp mod">
        <pc:chgData name="Scruel Tao" userId="5ea5c98d59b44d4b" providerId="LiveId" clId="{2BA6F94F-59B6-4AA6-9DB6-4A8227DBE37E}" dt="2023-04-06T03:06:34.065" v="6045" actId="20577"/>
        <pc:sldMkLst>
          <pc:docMk/>
          <pc:sldMk cId="1112998187" sldId="257"/>
        </pc:sldMkLst>
        <pc:spChg chg="mod">
          <ac:chgData name="Scruel Tao" userId="5ea5c98d59b44d4b" providerId="LiveId" clId="{2BA6F94F-59B6-4AA6-9DB6-4A8227DBE37E}" dt="2023-04-06T01:53:20.359" v="3276"/>
          <ac:spMkLst>
            <pc:docMk/>
            <pc:sldMk cId="1112998187" sldId="257"/>
            <ac:spMk id="2" creationId="{1422DFF6-0952-1023-64E3-97184D36BE3F}"/>
          </ac:spMkLst>
        </pc:spChg>
        <pc:spChg chg="mod">
          <ac:chgData name="Scruel Tao" userId="5ea5c98d59b44d4b" providerId="LiveId" clId="{2BA6F94F-59B6-4AA6-9DB6-4A8227DBE37E}" dt="2023-04-06T03:06:34.065" v="6045" actId="20577"/>
          <ac:spMkLst>
            <pc:docMk/>
            <pc:sldMk cId="1112998187" sldId="257"/>
            <ac:spMk id="3" creationId="{AC7759D9-0BB4-08ED-8476-24F7D903D6DE}"/>
          </ac:spMkLst>
        </pc:spChg>
      </pc:sldChg>
      <pc:sldChg chg="addSp delSp modSp mod modClrScheme chgLayout">
        <pc:chgData name="Scruel Tao" userId="5ea5c98d59b44d4b" providerId="LiveId" clId="{2BA6F94F-59B6-4AA6-9DB6-4A8227DBE37E}" dt="2023-04-03T05:03:22.628" v="2756"/>
        <pc:sldMkLst>
          <pc:docMk/>
          <pc:sldMk cId="3636494425" sldId="258"/>
        </pc:sldMkLst>
        <pc:spChg chg="mod ord">
          <ac:chgData name="Scruel Tao" userId="5ea5c98d59b44d4b" providerId="LiveId" clId="{2BA6F94F-59B6-4AA6-9DB6-4A8227DBE37E}" dt="2023-04-03T05:03:22.628" v="2756"/>
          <ac:spMkLst>
            <pc:docMk/>
            <pc:sldMk cId="3636494425" sldId="258"/>
            <ac:spMk id="2" creationId="{ABA783DF-49A6-7EF1-661E-C574E2C2F386}"/>
          </ac:spMkLst>
        </pc:spChg>
        <pc:spChg chg="mod ord">
          <ac:chgData name="Scruel Tao" userId="5ea5c98d59b44d4b" providerId="LiveId" clId="{2BA6F94F-59B6-4AA6-9DB6-4A8227DBE37E}" dt="2023-04-03T03:46:29.252" v="641" actId="20577"/>
          <ac:spMkLst>
            <pc:docMk/>
            <pc:sldMk cId="3636494425" sldId="258"/>
            <ac:spMk id="3" creationId="{4C14948B-081B-0FED-AF72-DA2CFEC85EB0}"/>
          </ac:spMkLst>
        </pc:spChg>
        <pc:spChg chg="add del mod ord">
          <ac:chgData name="Scruel Tao" userId="5ea5c98d59b44d4b" providerId="LiveId" clId="{2BA6F94F-59B6-4AA6-9DB6-4A8227DBE37E}" dt="2023-04-03T03:44:53.662" v="491" actId="700"/>
          <ac:spMkLst>
            <pc:docMk/>
            <pc:sldMk cId="3636494425" sldId="258"/>
            <ac:spMk id="6" creationId="{F56D7D0D-9A8C-4EF8-27F2-E32848F94E27}"/>
          </ac:spMkLst>
        </pc:spChg>
        <pc:spChg chg="add del mod ord">
          <ac:chgData name="Scruel Tao" userId="5ea5c98d59b44d4b" providerId="LiveId" clId="{2BA6F94F-59B6-4AA6-9DB6-4A8227DBE37E}" dt="2023-04-03T03:47:53.866" v="642" actId="478"/>
          <ac:spMkLst>
            <pc:docMk/>
            <pc:sldMk cId="3636494425" sldId="258"/>
            <ac:spMk id="7" creationId="{34E14114-55C2-509B-E32D-4974A828AFB6}"/>
          </ac:spMkLst>
        </pc:spChg>
        <pc:picChg chg="add mod">
          <ac:chgData name="Scruel Tao" userId="5ea5c98d59b44d4b" providerId="LiveId" clId="{2BA6F94F-59B6-4AA6-9DB6-4A8227DBE37E}" dt="2023-04-03T03:45:05.643" v="494" actId="1076"/>
          <ac:picMkLst>
            <pc:docMk/>
            <pc:sldMk cId="3636494425" sldId="258"/>
            <ac:picMk id="5" creationId="{C5E50AA4-F82C-6E14-E269-5451494306AE}"/>
          </ac:picMkLst>
        </pc:picChg>
      </pc:sldChg>
      <pc:sldChg chg="addSp delSp modSp add mod modClrScheme chgLayout">
        <pc:chgData name="Scruel Tao" userId="5ea5c98d59b44d4b" providerId="LiveId" clId="{2BA6F94F-59B6-4AA6-9DB6-4A8227DBE37E}" dt="2023-04-06T01:58:50.310" v="3415" actId="20577"/>
        <pc:sldMkLst>
          <pc:docMk/>
          <pc:sldMk cId="1199684676" sldId="259"/>
        </pc:sldMkLst>
        <pc:spChg chg="mod ord">
          <ac:chgData name="Scruel Tao" userId="5ea5c98d59b44d4b" providerId="LiveId" clId="{2BA6F94F-59B6-4AA6-9DB6-4A8227DBE37E}" dt="2023-04-06T01:58:50.310" v="3415" actId="20577"/>
          <ac:spMkLst>
            <pc:docMk/>
            <pc:sldMk cId="1199684676" sldId="259"/>
            <ac:spMk id="2" creationId="{ABA783DF-49A6-7EF1-661E-C574E2C2F386}"/>
          </ac:spMkLst>
        </pc:spChg>
        <pc:spChg chg="del">
          <ac:chgData name="Scruel Tao" userId="5ea5c98d59b44d4b" providerId="LiveId" clId="{2BA6F94F-59B6-4AA6-9DB6-4A8227DBE37E}" dt="2023-04-03T03:35:16.150" v="336"/>
          <ac:spMkLst>
            <pc:docMk/>
            <pc:sldMk cId="1199684676" sldId="259"/>
            <ac:spMk id="3" creationId="{4C14948B-081B-0FED-AF72-DA2CFEC85EB0}"/>
          </ac:spMkLst>
        </pc:spChg>
        <pc:spChg chg="add del mod">
          <ac:chgData name="Scruel Tao" userId="5ea5c98d59b44d4b" providerId="LiveId" clId="{2BA6F94F-59B6-4AA6-9DB6-4A8227DBE37E}" dt="2023-04-03T03:35:26.887" v="338"/>
          <ac:spMkLst>
            <pc:docMk/>
            <pc:sldMk cId="1199684676" sldId="259"/>
            <ac:spMk id="6" creationId="{99A6C97A-27D9-096E-3F01-65FA7A6B5674}"/>
          </ac:spMkLst>
        </pc:spChg>
        <pc:spChg chg="add del mod">
          <ac:chgData name="Scruel Tao" userId="5ea5c98d59b44d4b" providerId="LiveId" clId="{2BA6F94F-59B6-4AA6-9DB6-4A8227DBE37E}" dt="2023-04-03T03:35:46.159" v="342"/>
          <ac:spMkLst>
            <pc:docMk/>
            <pc:sldMk cId="1199684676" sldId="259"/>
            <ac:spMk id="9" creationId="{EA4CD5A2-8483-D61D-CBA0-AB48D8A07DC9}"/>
          </ac:spMkLst>
        </pc:spChg>
        <pc:spChg chg="add mod ord">
          <ac:chgData name="Scruel Tao" userId="5ea5c98d59b44d4b" providerId="LiveId" clId="{2BA6F94F-59B6-4AA6-9DB6-4A8227DBE37E}" dt="2023-04-06T01:54:00.591" v="3312" actId="20577"/>
          <ac:spMkLst>
            <pc:docMk/>
            <pc:sldMk cId="1199684676" sldId="259"/>
            <ac:spMk id="12" creationId="{17AECC1C-6944-9F68-770A-0455E86B2492}"/>
          </ac:spMkLst>
        </pc:spChg>
        <pc:picChg chg="add del mod">
          <ac:chgData name="Scruel Tao" userId="5ea5c98d59b44d4b" providerId="LiveId" clId="{2BA6F94F-59B6-4AA6-9DB6-4A8227DBE37E}" dt="2023-04-03T03:35:18.823" v="337" actId="478"/>
          <ac:picMkLst>
            <pc:docMk/>
            <pc:sldMk cId="1199684676" sldId="259"/>
            <ac:picMk id="4" creationId="{5CD98794-78EF-B400-A554-F39AC55576BD}"/>
          </ac:picMkLst>
        </pc:picChg>
        <pc:picChg chg="add del mod">
          <ac:chgData name="Scruel Tao" userId="5ea5c98d59b44d4b" providerId="LiveId" clId="{2BA6F94F-59B6-4AA6-9DB6-4A8227DBE37E}" dt="2023-04-03T03:35:35.326" v="341" actId="478"/>
          <ac:picMkLst>
            <pc:docMk/>
            <pc:sldMk cId="1199684676" sldId="259"/>
            <ac:picMk id="7" creationId="{F8FEA747-E9DF-6A17-2CB8-1B41D931CB90}"/>
          </ac:picMkLst>
        </pc:picChg>
        <pc:picChg chg="add mod ord">
          <ac:chgData name="Scruel Tao" userId="5ea5c98d59b44d4b" providerId="LiveId" clId="{2BA6F94F-59B6-4AA6-9DB6-4A8227DBE37E}" dt="2023-04-06T01:54:10.825" v="3315" actId="1076"/>
          <ac:picMkLst>
            <pc:docMk/>
            <pc:sldMk cId="1199684676" sldId="259"/>
            <ac:picMk id="11" creationId="{9D500740-D60E-EFBC-F3C9-43DA9B4672BC}"/>
          </ac:picMkLst>
        </pc:picChg>
      </pc:sldChg>
      <pc:sldChg chg="addSp delSp modSp add mod">
        <pc:chgData name="Scruel Tao" userId="5ea5c98d59b44d4b" providerId="LiveId" clId="{2BA6F94F-59B6-4AA6-9DB6-4A8227DBE37E}" dt="2023-04-03T03:41:24.102" v="348" actId="1076"/>
        <pc:sldMkLst>
          <pc:docMk/>
          <pc:sldMk cId="0" sldId="260"/>
        </pc:sldMkLst>
        <pc:spChg chg="mod">
          <ac:chgData name="Scruel Tao" userId="5ea5c98d59b44d4b" providerId="LiveId" clId="{2BA6F94F-59B6-4AA6-9DB6-4A8227DBE37E}" dt="2023-04-03T03:33:34.644" v="330"/>
          <ac:spMkLst>
            <pc:docMk/>
            <pc:sldMk cId="0" sldId="260"/>
            <ac:spMk id="1227783" creationId="{F7B3941E-B689-22D6-F18C-358E4BAEDF5F}"/>
          </ac:spMkLst>
        </pc:spChg>
        <pc:spChg chg="add del mod">
          <ac:chgData name="Scruel Tao" userId="5ea5c98d59b44d4b" providerId="LiveId" clId="{2BA6F94F-59B6-4AA6-9DB6-4A8227DBE37E}" dt="2023-04-03T03:33:39.968" v="331" actId="1076"/>
          <ac:spMkLst>
            <pc:docMk/>
            <pc:sldMk cId="0" sldId="260"/>
            <ac:spMk id="1227786" creationId="{C3F4DD20-8FA3-3CB0-19B6-FE0240B92A34}"/>
          </ac:spMkLst>
        </pc:spChg>
        <pc:picChg chg="add mod">
          <ac:chgData name="Scruel Tao" userId="5ea5c98d59b44d4b" providerId="LiveId" clId="{2BA6F94F-59B6-4AA6-9DB6-4A8227DBE37E}" dt="2023-04-03T03:41:24.102" v="348" actId="1076"/>
          <ac:picMkLst>
            <pc:docMk/>
            <pc:sldMk cId="0" sldId="260"/>
            <ac:picMk id="4" creationId="{E03AF484-A892-E4D7-A8C4-A4C7AE20944E}"/>
          </ac:picMkLst>
        </pc:picChg>
      </pc:sldChg>
      <pc:sldChg chg="addSp delSp modSp add mod chgLayout">
        <pc:chgData name="Scruel Tao" userId="5ea5c98d59b44d4b" providerId="LiveId" clId="{2BA6F94F-59B6-4AA6-9DB6-4A8227DBE37E}" dt="2023-04-06T01:59:00.026" v="3419" actId="20577"/>
        <pc:sldMkLst>
          <pc:docMk/>
          <pc:sldMk cId="3351160539" sldId="261"/>
        </pc:sldMkLst>
        <pc:spChg chg="mod ord">
          <ac:chgData name="Scruel Tao" userId="5ea5c98d59b44d4b" providerId="LiveId" clId="{2BA6F94F-59B6-4AA6-9DB6-4A8227DBE37E}" dt="2023-04-06T01:59:00.026" v="3419" actId="20577"/>
          <ac:spMkLst>
            <pc:docMk/>
            <pc:sldMk cId="3351160539" sldId="261"/>
            <ac:spMk id="2" creationId="{ABA783DF-49A6-7EF1-661E-C574E2C2F386}"/>
          </ac:spMkLst>
        </pc:spChg>
        <pc:spChg chg="add del mod">
          <ac:chgData name="Scruel Tao" userId="5ea5c98d59b44d4b" providerId="LiveId" clId="{2BA6F94F-59B6-4AA6-9DB6-4A8227DBE37E}" dt="2023-04-03T03:55:10.330" v="847" actId="700"/>
          <ac:spMkLst>
            <pc:docMk/>
            <pc:sldMk cId="3351160539" sldId="261"/>
            <ac:spMk id="4" creationId="{B3A734ED-5C82-D6A5-9DB3-B2DF9F846D94}"/>
          </ac:spMkLst>
        </pc:spChg>
        <pc:spChg chg="add mod ord">
          <ac:chgData name="Scruel Tao" userId="5ea5c98d59b44d4b" providerId="LiveId" clId="{2BA6F94F-59B6-4AA6-9DB6-4A8227DBE37E}" dt="2023-04-03T04:04:07.946" v="1365" actId="20577"/>
          <ac:spMkLst>
            <pc:docMk/>
            <pc:sldMk cId="3351160539" sldId="261"/>
            <ac:spMk id="5" creationId="{334FF01F-2A65-44F6-34F9-69AC934A31D7}"/>
          </ac:spMkLst>
        </pc:spChg>
        <pc:spChg chg="add del mod">
          <ac:chgData name="Scruel Tao" userId="5ea5c98d59b44d4b" providerId="LiveId" clId="{2BA6F94F-59B6-4AA6-9DB6-4A8227DBE37E}" dt="2023-04-03T03:59:25.344" v="1081"/>
          <ac:spMkLst>
            <pc:docMk/>
            <pc:sldMk cId="3351160539" sldId="261"/>
            <ac:spMk id="9" creationId="{C16084A3-CDE6-AAC4-2971-FD575FBF0A8B}"/>
          </ac:spMkLst>
        </pc:spChg>
        <pc:spChg chg="del mod ord">
          <ac:chgData name="Scruel Tao" userId="5ea5c98d59b44d4b" providerId="LiveId" clId="{2BA6F94F-59B6-4AA6-9DB6-4A8227DBE37E}" dt="2023-04-03T03:58:01.823" v="1015"/>
          <ac:spMkLst>
            <pc:docMk/>
            <pc:sldMk cId="3351160539" sldId="261"/>
            <ac:spMk id="12" creationId="{17AECC1C-6944-9F68-770A-0455E86B2492}"/>
          </ac:spMkLst>
        </pc:spChg>
        <pc:spChg chg="add mod">
          <ac:chgData name="Scruel Tao" userId="5ea5c98d59b44d4b" providerId="LiveId" clId="{2BA6F94F-59B6-4AA6-9DB6-4A8227DBE37E}" dt="2023-04-03T04:05:44.217" v="1475" actId="114"/>
          <ac:spMkLst>
            <pc:docMk/>
            <pc:sldMk cId="3351160539" sldId="261"/>
            <ac:spMk id="14" creationId="{670E3534-8F35-5B26-8418-171E013CEE09}"/>
          </ac:spMkLst>
        </pc:spChg>
        <pc:picChg chg="add del mod">
          <ac:chgData name="Scruel Tao" userId="5ea5c98d59b44d4b" providerId="LiveId" clId="{2BA6F94F-59B6-4AA6-9DB6-4A8227DBE37E}" dt="2023-04-03T03:59:24.519" v="1080" actId="478"/>
          <ac:picMkLst>
            <pc:docMk/>
            <pc:sldMk cId="3351160539" sldId="261"/>
            <ac:picMk id="7" creationId="{0FBFFB0C-E3DC-4B3B-8988-A0B34551F390}"/>
          </ac:picMkLst>
        </pc:picChg>
        <pc:picChg chg="del">
          <ac:chgData name="Scruel Tao" userId="5ea5c98d59b44d4b" providerId="LiveId" clId="{2BA6F94F-59B6-4AA6-9DB6-4A8227DBE37E}" dt="2023-04-03T03:53:43.786" v="845" actId="21"/>
          <ac:picMkLst>
            <pc:docMk/>
            <pc:sldMk cId="3351160539" sldId="261"/>
            <ac:picMk id="11" creationId="{9D500740-D60E-EFBC-F3C9-43DA9B4672BC}"/>
          </ac:picMkLst>
        </pc:picChg>
        <pc:picChg chg="add mod">
          <ac:chgData name="Scruel Tao" userId="5ea5c98d59b44d4b" providerId="LiveId" clId="{2BA6F94F-59B6-4AA6-9DB6-4A8227DBE37E}" dt="2023-04-03T04:05:27.689" v="1473" actId="1076"/>
          <ac:picMkLst>
            <pc:docMk/>
            <pc:sldMk cId="3351160539" sldId="261"/>
            <ac:picMk id="13" creationId="{7C633EC2-82A6-5F6A-D9A3-326C1E77FDA3}"/>
          </ac:picMkLst>
        </pc:picChg>
      </pc:sldChg>
      <pc:sldChg chg="addSp delSp modSp add mod">
        <pc:chgData name="Scruel Tao" userId="5ea5c98d59b44d4b" providerId="LiveId" clId="{2BA6F94F-59B6-4AA6-9DB6-4A8227DBE37E}" dt="2023-04-06T03:20:40.633" v="6312" actId="20577"/>
        <pc:sldMkLst>
          <pc:docMk/>
          <pc:sldMk cId="1122177192" sldId="262"/>
        </pc:sldMkLst>
        <pc:spChg chg="mod">
          <ac:chgData name="Scruel Tao" userId="5ea5c98d59b44d4b" providerId="LiveId" clId="{2BA6F94F-59B6-4AA6-9DB6-4A8227DBE37E}" dt="2023-04-06T03:20:30.082" v="6290" actId="20577"/>
          <ac:spMkLst>
            <pc:docMk/>
            <pc:sldMk cId="1122177192" sldId="262"/>
            <ac:spMk id="2" creationId="{ABA783DF-49A6-7EF1-661E-C574E2C2F386}"/>
          </ac:spMkLst>
        </pc:spChg>
        <pc:spChg chg="mod">
          <ac:chgData name="Scruel Tao" userId="5ea5c98d59b44d4b" providerId="LiveId" clId="{2BA6F94F-59B6-4AA6-9DB6-4A8227DBE37E}" dt="2023-04-06T03:20:40.633" v="6312" actId="20577"/>
          <ac:spMkLst>
            <pc:docMk/>
            <pc:sldMk cId="1122177192" sldId="262"/>
            <ac:spMk id="5" creationId="{334FF01F-2A65-44F6-34F9-69AC934A31D7}"/>
          </ac:spMkLst>
        </pc:spChg>
        <pc:spChg chg="del">
          <ac:chgData name="Scruel Tao" userId="5ea5c98d59b44d4b" providerId="LiveId" clId="{2BA6F94F-59B6-4AA6-9DB6-4A8227DBE37E}" dt="2023-04-03T04:15:30.512" v="1555"/>
          <ac:spMkLst>
            <pc:docMk/>
            <pc:sldMk cId="1122177192" sldId="262"/>
            <ac:spMk id="12" creationId="{17AECC1C-6944-9F68-770A-0455E86B2492}"/>
          </ac:spMkLst>
        </pc:spChg>
        <pc:picChg chg="add mod">
          <ac:chgData name="Scruel Tao" userId="5ea5c98d59b44d4b" providerId="LiveId" clId="{2BA6F94F-59B6-4AA6-9DB6-4A8227DBE37E}" dt="2023-04-03T04:15:30.512" v="1555"/>
          <ac:picMkLst>
            <pc:docMk/>
            <pc:sldMk cId="1122177192" sldId="262"/>
            <ac:picMk id="4" creationId="{1025CE4E-D3BC-5184-15B8-313E85995FFB}"/>
          </ac:picMkLst>
        </pc:picChg>
      </pc:sldChg>
      <pc:sldChg chg="addSp delSp modSp add mod chgLayout">
        <pc:chgData name="Scruel Tao" userId="5ea5c98d59b44d4b" providerId="LiveId" clId="{2BA6F94F-59B6-4AA6-9DB6-4A8227DBE37E}" dt="2023-04-06T01:59:30.132" v="3435" actId="20577"/>
        <pc:sldMkLst>
          <pc:docMk/>
          <pc:sldMk cId="3745137309" sldId="263"/>
        </pc:sldMkLst>
        <pc:spChg chg="mod ord">
          <ac:chgData name="Scruel Tao" userId="5ea5c98d59b44d4b" providerId="LiveId" clId="{2BA6F94F-59B6-4AA6-9DB6-4A8227DBE37E}" dt="2023-04-06T01:59:30.132" v="3435" actId="20577"/>
          <ac:spMkLst>
            <pc:docMk/>
            <pc:sldMk cId="3745137309" sldId="263"/>
            <ac:spMk id="2" creationId="{ABA783DF-49A6-7EF1-661E-C574E2C2F386}"/>
          </ac:spMkLst>
        </pc:spChg>
        <pc:spChg chg="del">
          <ac:chgData name="Scruel Tao" userId="5ea5c98d59b44d4b" providerId="LiveId" clId="{2BA6F94F-59B6-4AA6-9DB6-4A8227DBE37E}" dt="2023-04-03T04:18:57.963" v="1679"/>
          <ac:spMkLst>
            <pc:docMk/>
            <pc:sldMk cId="3745137309" sldId="263"/>
            <ac:spMk id="5" creationId="{334FF01F-2A65-44F6-34F9-69AC934A31D7}"/>
          </ac:spMkLst>
        </pc:spChg>
        <pc:spChg chg="add del mod ord">
          <ac:chgData name="Scruel Tao" userId="5ea5c98d59b44d4b" providerId="LiveId" clId="{2BA6F94F-59B6-4AA6-9DB6-4A8227DBE37E}" dt="2023-04-03T04:19:17.511" v="1685"/>
          <ac:spMkLst>
            <pc:docMk/>
            <pc:sldMk cId="3745137309" sldId="263"/>
            <ac:spMk id="6" creationId="{6B189840-C568-FCE7-C338-AC0FAD512F62}"/>
          </ac:spMkLst>
        </pc:spChg>
        <pc:spChg chg="add mod">
          <ac:chgData name="Scruel Tao" userId="5ea5c98d59b44d4b" providerId="LiveId" clId="{2BA6F94F-59B6-4AA6-9DB6-4A8227DBE37E}" dt="2023-04-03T04:24:42.121" v="1788" actId="1076"/>
          <ac:spMkLst>
            <pc:docMk/>
            <pc:sldMk cId="3745137309" sldId="263"/>
            <ac:spMk id="8" creationId="{4EC194EB-1593-CBF2-055D-77D4ADFC943F}"/>
          </ac:spMkLst>
        </pc:spChg>
        <pc:spChg chg="del">
          <ac:chgData name="Scruel Tao" userId="5ea5c98d59b44d4b" providerId="LiveId" clId="{2BA6F94F-59B6-4AA6-9DB6-4A8227DBE37E}" dt="2023-04-03T04:19:06.857" v="1681" actId="478"/>
          <ac:spMkLst>
            <pc:docMk/>
            <pc:sldMk cId="3745137309" sldId="263"/>
            <ac:spMk id="12" creationId="{17AECC1C-6944-9F68-770A-0455E86B2492}"/>
          </ac:spMkLst>
        </pc:spChg>
        <pc:spChg chg="add del mod">
          <ac:chgData name="Scruel Tao" userId="5ea5c98d59b44d4b" providerId="LiveId" clId="{2BA6F94F-59B6-4AA6-9DB6-4A8227DBE37E}" dt="2023-04-03T04:39:14.278" v="1794"/>
          <ac:spMkLst>
            <pc:docMk/>
            <pc:sldMk cId="3745137309" sldId="263"/>
            <ac:spMk id="13" creationId="{2B1E7E69-5ECD-2369-2087-012FACB0EF09}"/>
          </ac:spMkLst>
        </pc:spChg>
        <pc:spChg chg="add mod">
          <ac:chgData name="Scruel Tao" userId="5ea5c98d59b44d4b" providerId="LiveId" clId="{2BA6F94F-59B6-4AA6-9DB6-4A8227DBE37E}" dt="2023-04-03T04:43:54.118" v="2025" actId="1076"/>
          <ac:spMkLst>
            <pc:docMk/>
            <pc:sldMk cId="3745137309" sldId="263"/>
            <ac:spMk id="14" creationId="{7382B610-BA58-D421-667D-2CC58252E53B}"/>
          </ac:spMkLst>
        </pc:spChg>
        <pc:spChg chg="add del mod">
          <ac:chgData name="Scruel Tao" userId="5ea5c98d59b44d4b" providerId="LiveId" clId="{2BA6F94F-59B6-4AA6-9DB6-4A8227DBE37E}" dt="2023-04-03T04:41:30.895" v="1872"/>
          <ac:spMkLst>
            <pc:docMk/>
            <pc:sldMk cId="3745137309" sldId="263"/>
            <ac:spMk id="20" creationId="{3C1528B3-D941-8F6A-C2B1-9FE727504D1A}"/>
          </ac:spMkLst>
        </pc:spChg>
        <pc:spChg chg="add mod">
          <ac:chgData name="Scruel Tao" userId="5ea5c98d59b44d4b" providerId="LiveId" clId="{2BA6F94F-59B6-4AA6-9DB6-4A8227DBE37E}" dt="2023-04-03T04:43:48.923" v="2024" actId="113"/>
          <ac:spMkLst>
            <pc:docMk/>
            <pc:sldMk cId="3745137309" sldId="263"/>
            <ac:spMk id="22" creationId="{7B6674C0-F558-F52E-4B1A-A3B15762388C}"/>
          </ac:spMkLst>
        </pc:spChg>
        <pc:picChg chg="add del mod ord">
          <ac:chgData name="Scruel Tao" userId="5ea5c98d59b44d4b" providerId="LiveId" clId="{2BA6F94F-59B6-4AA6-9DB6-4A8227DBE37E}" dt="2023-04-03T04:19:16.103" v="1684" actId="21"/>
          <ac:picMkLst>
            <pc:docMk/>
            <pc:sldMk cId="3745137309" sldId="263"/>
            <ac:picMk id="4" creationId="{52AC7973-0B2B-7791-FC5B-6D95CBD8CBA1}"/>
          </ac:picMkLst>
        </pc:picChg>
        <pc:picChg chg="add del mod">
          <ac:chgData name="Scruel Tao" userId="5ea5c98d59b44d4b" providerId="LiveId" clId="{2BA6F94F-59B6-4AA6-9DB6-4A8227DBE37E}" dt="2023-04-03T04:41:22.605" v="1869" actId="478"/>
          <ac:picMkLst>
            <pc:docMk/>
            <pc:sldMk cId="3745137309" sldId="263"/>
            <ac:picMk id="9" creationId="{B07056AA-01D5-51E8-D408-F1980FDC4BC3}"/>
          </ac:picMkLst>
        </pc:picChg>
        <pc:picChg chg="add del mod">
          <ac:chgData name="Scruel Tao" userId="5ea5c98d59b44d4b" providerId="LiveId" clId="{2BA6F94F-59B6-4AA6-9DB6-4A8227DBE37E}" dt="2023-04-03T04:40:34.570" v="1864" actId="21"/>
          <ac:picMkLst>
            <pc:docMk/>
            <pc:sldMk cId="3745137309" sldId="263"/>
            <ac:picMk id="11" creationId="{F2971DA2-97CA-921D-0683-2575B93D11D9}"/>
          </ac:picMkLst>
        </pc:picChg>
        <pc:picChg chg="add mod">
          <ac:chgData name="Scruel Tao" userId="5ea5c98d59b44d4b" providerId="LiveId" clId="{2BA6F94F-59B6-4AA6-9DB6-4A8227DBE37E}" dt="2023-04-03T04:41:02.756" v="1866" actId="1076"/>
          <ac:picMkLst>
            <pc:docMk/>
            <pc:sldMk cId="3745137309" sldId="263"/>
            <ac:picMk id="16" creationId="{6DA1B3CC-2227-CCDD-B3BF-D5E87A89708B}"/>
          </ac:picMkLst>
        </pc:picChg>
        <pc:picChg chg="add del mod">
          <ac:chgData name="Scruel Tao" userId="5ea5c98d59b44d4b" providerId="LiveId" clId="{2BA6F94F-59B6-4AA6-9DB6-4A8227DBE37E}" dt="2023-04-03T04:41:29.949" v="1871" actId="21"/>
          <ac:picMkLst>
            <pc:docMk/>
            <pc:sldMk cId="3745137309" sldId="263"/>
            <ac:picMk id="18" creationId="{313CB848-6C20-4548-45B0-BFDAA30EA3A2}"/>
          </ac:picMkLst>
        </pc:picChg>
        <pc:picChg chg="add mod">
          <ac:chgData name="Scruel Tao" userId="5ea5c98d59b44d4b" providerId="LiveId" clId="{2BA6F94F-59B6-4AA6-9DB6-4A8227DBE37E}" dt="2023-04-03T04:43:33.350" v="2001" actId="1076"/>
          <ac:picMkLst>
            <pc:docMk/>
            <pc:sldMk cId="3745137309" sldId="263"/>
            <ac:picMk id="21" creationId="{87C92696-2285-C2FB-D306-11BA00515544}"/>
          </ac:picMkLst>
        </pc:picChg>
      </pc:sldChg>
      <pc:sldChg chg="addSp delSp modSp add mod ord">
        <pc:chgData name="Scruel Tao" userId="5ea5c98d59b44d4b" providerId="LiveId" clId="{2BA6F94F-59B6-4AA6-9DB6-4A8227DBE37E}" dt="2023-04-06T01:59:23.291" v="3427" actId="20577"/>
        <pc:sldMkLst>
          <pc:docMk/>
          <pc:sldMk cId="3725727672" sldId="264"/>
        </pc:sldMkLst>
        <pc:spChg chg="mod">
          <ac:chgData name="Scruel Tao" userId="5ea5c98d59b44d4b" providerId="LiveId" clId="{2BA6F94F-59B6-4AA6-9DB6-4A8227DBE37E}" dt="2023-04-06T01:59:23.291" v="3427" actId="20577"/>
          <ac:spMkLst>
            <pc:docMk/>
            <pc:sldMk cId="3725727672" sldId="264"/>
            <ac:spMk id="2" creationId="{ABA783DF-49A6-7EF1-661E-C574E2C2F386}"/>
          </ac:spMkLst>
        </pc:spChg>
        <pc:spChg chg="mod">
          <ac:chgData name="Scruel Tao" userId="5ea5c98d59b44d4b" providerId="LiveId" clId="{2BA6F94F-59B6-4AA6-9DB6-4A8227DBE37E}" dt="2023-04-03T05:01:36.612" v="2644" actId="1076"/>
          <ac:spMkLst>
            <pc:docMk/>
            <pc:sldMk cId="3725727672" sldId="264"/>
            <ac:spMk id="5" creationId="{334FF01F-2A65-44F6-34F9-69AC934A31D7}"/>
          </ac:spMkLst>
        </pc:spChg>
        <pc:spChg chg="add del mod">
          <ac:chgData name="Scruel Tao" userId="5ea5c98d59b44d4b" providerId="LiveId" clId="{2BA6F94F-59B6-4AA6-9DB6-4A8227DBE37E}" dt="2023-04-03T05:00:26.370" v="2626"/>
          <ac:spMkLst>
            <pc:docMk/>
            <pc:sldMk cId="3725727672" sldId="264"/>
            <ac:spMk id="11" creationId="{E9210103-9DD3-6F29-C0C7-B18A6E419E73}"/>
          </ac:spMkLst>
        </pc:spChg>
        <pc:spChg chg="del mod">
          <ac:chgData name="Scruel Tao" userId="5ea5c98d59b44d4b" providerId="LiveId" clId="{2BA6F94F-59B6-4AA6-9DB6-4A8227DBE37E}" dt="2023-04-03T04:44:34.015" v="2029"/>
          <ac:spMkLst>
            <pc:docMk/>
            <pc:sldMk cId="3725727672" sldId="264"/>
            <ac:spMk id="12" creationId="{17AECC1C-6944-9F68-770A-0455E86B2492}"/>
          </ac:spMkLst>
        </pc:spChg>
        <pc:spChg chg="add mod">
          <ac:chgData name="Scruel Tao" userId="5ea5c98d59b44d4b" providerId="LiveId" clId="{2BA6F94F-59B6-4AA6-9DB6-4A8227DBE37E}" dt="2023-04-03T05:03:05.445" v="2754" actId="1076"/>
          <ac:spMkLst>
            <pc:docMk/>
            <pc:sldMk cId="3725727672" sldId="264"/>
            <ac:spMk id="15" creationId="{57CD949C-3C60-4F11-3188-DAAC2954E147}"/>
          </ac:spMkLst>
        </pc:spChg>
        <pc:picChg chg="add del mod">
          <ac:chgData name="Scruel Tao" userId="5ea5c98d59b44d4b" providerId="LiveId" clId="{2BA6F94F-59B6-4AA6-9DB6-4A8227DBE37E}" dt="2023-04-03T05:00:25.324" v="2625" actId="478"/>
          <ac:picMkLst>
            <pc:docMk/>
            <pc:sldMk cId="3725727672" sldId="264"/>
            <ac:picMk id="4" creationId="{A511FBE8-0DD6-E630-8EF3-0C4EEA9CD752}"/>
          </ac:picMkLst>
        </pc:picChg>
        <pc:picChg chg="add del mod">
          <ac:chgData name="Scruel Tao" userId="5ea5c98d59b44d4b" providerId="LiveId" clId="{2BA6F94F-59B6-4AA6-9DB6-4A8227DBE37E}" dt="2023-04-03T04:57:24.837" v="2616" actId="21"/>
          <ac:picMkLst>
            <pc:docMk/>
            <pc:sldMk cId="3725727672" sldId="264"/>
            <ac:picMk id="7" creationId="{DD04D8AF-8509-73F1-4E2C-416ED822D93C}"/>
          </ac:picMkLst>
        </pc:picChg>
        <pc:picChg chg="add mod">
          <ac:chgData name="Scruel Tao" userId="5ea5c98d59b44d4b" providerId="LiveId" clId="{2BA6F94F-59B6-4AA6-9DB6-4A8227DBE37E}" dt="2023-04-03T05:01:32.816" v="2643" actId="1076"/>
          <ac:picMkLst>
            <pc:docMk/>
            <pc:sldMk cId="3725727672" sldId="264"/>
            <ac:picMk id="9" creationId="{5508513D-8323-A6F7-C52C-5D05B49C07CC}"/>
          </ac:picMkLst>
        </pc:picChg>
        <pc:picChg chg="add mod">
          <ac:chgData name="Scruel Tao" userId="5ea5c98d59b44d4b" providerId="LiveId" clId="{2BA6F94F-59B6-4AA6-9DB6-4A8227DBE37E}" dt="2023-04-03T05:01:30.973" v="2642" actId="1076"/>
          <ac:picMkLst>
            <pc:docMk/>
            <pc:sldMk cId="3725727672" sldId="264"/>
            <ac:picMk id="14" creationId="{D5EB1BEF-B3CD-34F8-C19A-87E8C64345B3}"/>
          </ac:picMkLst>
        </pc:picChg>
      </pc:sldChg>
      <pc:sldChg chg="addSp delSp modSp add mod">
        <pc:chgData name="Scruel Tao" userId="5ea5c98d59b44d4b" providerId="LiveId" clId="{2BA6F94F-59B6-4AA6-9DB6-4A8227DBE37E}" dt="2023-04-06T03:12:15.194" v="6242" actId="13926"/>
        <pc:sldMkLst>
          <pc:docMk/>
          <pc:sldMk cId="3416507657" sldId="265"/>
        </pc:sldMkLst>
        <pc:spChg chg="mod">
          <ac:chgData name="Scruel Tao" userId="5ea5c98d59b44d4b" providerId="LiveId" clId="{2BA6F94F-59B6-4AA6-9DB6-4A8227DBE37E}" dt="2023-04-06T01:59:38.903" v="3439" actId="20577"/>
          <ac:spMkLst>
            <pc:docMk/>
            <pc:sldMk cId="3416507657" sldId="265"/>
            <ac:spMk id="2" creationId="{ABA783DF-49A6-7EF1-661E-C574E2C2F386}"/>
          </ac:spMkLst>
        </pc:spChg>
        <pc:spChg chg="add del mod">
          <ac:chgData name="Scruel Tao" userId="5ea5c98d59b44d4b" providerId="LiveId" clId="{2BA6F94F-59B6-4AA6-9DB6-4A8227DBE37E}" dt="2023-04-06T03:12:15.194" v="6242" actId="13926"/>
          <ac:spMkLst>
            <pc:docMk/>
            <pc:sldMk cId="3416507657" sldId="265"/>
            <ac:spMk id="5" creationId="{334FF01F-2A65-44F6-34F9-69AC934A31D7}"/>
          </ac:spMkLst>
        </pc:spChg>
        <pc:spChg chg="add del mod">
          <ac:chgData name="Scruel Tao" userId="5ea5c98d59b44d4b" providerId="LiveId" clId="{2BA6F94F-59B6-4AA6-9DB6-4A8227DBE37E}" dt="2023-04-03T05:07:31.501" v="2932"/>
          <ac:spMkLst>
            <pc:docMk/>
            <pc:sldMk cId="3416507657" sldId="265"/>
            <ac:spMk id="9" creationId="{CCAFF9B5-8F81-F673-219D-9240B0194641}"/>
          </ac:spMkLst>
        </pc:spChg>
        <pc:spChg chg="del">
          <ac:chgData name="Scruel Tao" userId="5ea5c98d59b44d4b" providerId="LiveId" clId="{2BA6F94F-59B6-4AA6-9DB6-4A8227DBE37E}" dt="2023-04-03T05:06:16.950" v="2812"/>
          <ac:spMkLst>
            <pc:docMk/>
            <pc:sldMk cId="3416507657" sldId="265"/>
            <ac:spMk id="12" creationId="{17AECC1C-6944-9F68-770A-0455E86B2492}"/>
          </ac:spMkLst>
        </pc:spChg>
        <pc:picChg chg="add del mod">
          <ac:chgData name="Scruel Tao" userId="5ea5c98d59b44d4b" providerId="LiveId" clId="{2BA6F94F-59B6-4AA6-9DB6-4A8227DBE37E}" dt="2023-04-03T05:06:16.168" v="2811"/>
          <ac:picMkLst>
            <pc:docMk/>
            <pc:sldMk cId="3416507657" sldId="265"/>
            <ac:picMk id="4" creationId="{ABCDEA2C-CB97-DE24-E641-E77BFA3BF78D}"/>
          </ac:picMkLst>
        </pc:picChg>
        <pc:picChg chg="add del mod">
          <ac:chgData name="Scruel Tao" userId="5ea5c98d59b44d4b" providerId="LiveId" clId="{2BA6F94F-59B6-4AA6-9DB6-4A8227DBE37E}" dt="2023-04-03T05:07:30.490" v="2931" actId="478"/>
          <ac:picMkLst>
            <pc:docMk/>
            <pc:sldMk cId="3416507657" sldId="265"/>
            <ac:picMk id="7" creationId="{203C7841-531F-0781-7458-699E2A5C7CE7}"/>
          </ac:picMkLst>
        </pc:picChg>
        <pc:picChg chg="add mod">
          <ac:chgData name="Scruel Tao" userId="5ea5c98d59b44d4b" providerId="LiveId" clId="{2BA6F94F-59B6-4AA6-9DB6-4A8227DBE37E}" dt="2023-04-03T05:09:18.591" v="3012" actId="1076"/>
          <ac:picMkLst>
            <pc:docMk/>
            <pc:sldMk cId="3416507657" sldId="265"/>
            <ac:picMk id="11" creationId="{44AA24C5-508C-4D40-7E65-55D5627E4671}"/>
          </ac:picMkLst>
        </pc:picChg>
      </pc:sldChg>
      <pc:sldChg chg="add del">
        <pc:chgData name="Scruel Tao" userId="5ea5c98d59b44d4b" providerId="LiveId" clId="{2BA6F94F-59B6-4AA6-9DB6-4A8227DBE37E}" dt="2023-04-03T05:03:50.426" v="2761" actId="47"/>
        <pc:sldMkLst>
          <pc:docMk/>
          <pc:sldMk cId="3540231720" sldId="266"/>
        </pc:sldMkLst>
      </pc:sldChg>
      <pc:sldChg chg="add del">
        <pc:chgData name="Scruel Tao" userId="5ea5c98d59b44d4b" providerId="LiveId" clId="{2BA6F94F-59B6-4AA6-9DB6-4A8227DBE37E}" dt="2023-04-03T05:03:50.758" v="2762" actId="47"/>
        <pc:sldMkLst>
          <pc:docMk/>
          <pc:sldMk cId="4025758886" sldId="267"/>
        </pc:sldMkLst>
      </pc:sldChg>
      <pc:sldChg chg="add del">
        <pc:chgData name="Scruel Tao" userId="5ea5c98d59b44d4b" providerId="LiveId" clId="{2BA6F94F-59B6-4AA6-9DB6-4A8227DBE37E}" dt="2023-04-03T05:03:50.967" v="2763" actId="47"/>
        <pc:sldMkLst>
          <pc:docMk/>
          <pc:sldMk cId="3881832977" sldId="268"/>
        </pc:sldMkLst>
      </pc:sldChg>
      <pc:sldChg chg="add del">
        <pc:chgData name="Scruel Tao" userId="5ea5c98d59b44d4b" providerId="LiveId" clId="{2BA6F94F-59B6-4AA6-9DB6-4A8227DBE37E}" dt="2023-04-03T05:03:51.140" v="2764" actId="47"/>
        <pc:sldMkLst>
          <pc:docMk/>
          <pc:sldMk cId="3546485175" sldId="269"/>
        </pc:sldMkLst>
      </pc:sldChg>
      <pc:sldChg chg="addSp delSp modSp add mod ord">
        <pc:chgData name="Scruel Tao" userId="5ea5c98d59b44d4b" providerId="LiveId" clId="{2BA6F94F-59B6-4AA6-9DB6-4A8227DBE37E}" dt="2023-04-06T03:12:53.496" v="6269" actId="1076"/>
        <pc:sldMkLst>
          <pc:docMk/>
          <pc:sldMk cId="192831406" sldId="270"/>
        </pc:sldMkLst>
        <pc:spChg chg="mod">
          <ac:chgData name="Scruel Tao" userId="5ea5c98d59b44d4b" providerId="LiveId" clId="{2BA6F94F-59B6-4AA6-9DB6-4A8227DBE37E}" dt="2023-04-06T01:59:06.037" v="3423" actId="20577"/>
          <ac:spMkLst>
            <pc:docMk/>
            <pc:sldMk cId="192831406" sldId="270"/>
            <ac:spMk id="2" creationId="{ABA783DF-49A6-7EF1-661E-C574E2C2F386}"/>
          </ac:spMkLst>
        </pc:spChg>
        <pc:spChg chg="mod">
          <ac:chgData name="Scruel Tao" userId="5ea5c98d59b44d4b" providerId="LiveId" clId="{2BA6F94F-59B6-4AA6-9DB6-4A8227DBE37E}" dt="2023-04-03T04:55:36.354" v="2500" actId="20577"/>
          <ac:spMkLst>
            <pc:docMk/>
            <pc:sldMk cId="192831406" sldId="270"/>
            <ac:spMk id="5" creationId="{334FF01F-2A65-44F6-34F9-69AC934A31D7}"/>
          </ac:spMkLst>
        </pc:spChg>
        <pc:spChg chg="add del mod">
          <ac:chgData name="Scruel Tao" userId="5ea5c98d59b44d4b" providerId="LiveId" clId="{2BA6F94F-59B6-4AA6-9DB6-4A8227DBE37E}" dt="2023-04-03T04:49:26.325" v="2108"/>
          <ac:spMkLst>
            <pc:docMk/>
            <pc:sldMk cId="192831406" sldId="270"/>
            <ac:spMk id="6" creationId="{4825B1F8-4B63-9130-AF5C-D8B58F7AE6AF}"/>
          </ac:spMkLst>
        </pc:spChg>
        <pc:spChg chg="add del mod">
          <ac:chgData name="Scruel Tao" userId="5ea5c98d59b44d4b" providerId="LiveId" clId="{2BA6F94F-59B6-4AA6-9DB6-4A8227DBE37E}" dt="2023-04-03T04:55:48.392" v="2504"/>
          <ac:spMkLst>
            <pc:docMk/>
            <pc:sldMk cId="192831406" sldId="270"/>
            <ac:spMk id="13" creationId="{BFF52406-2E49-3B9D-2A6D-2A5EDD1B1D0D}"/>
          </ac:spMkLst>
        </pc:spChg>
        <pc:spChg chg="add mod">
          <ac:chgData name="Scruel Tao" userId="5ea5c98d59b44d4b" providerId="LiveId" clId="{2BA6F94F-59B6-4AA6-9DB6-4A8227DBE37E}" dt="2023-04-06T03:12:53.496" v="6269" actId="1076"/>
          <ac:spMkLst>
            <pc:docMk/>
            <pc:sldMk cId="192831406" sldId="270"/>
            <ac:spMk id="14" creationId="{BF2C039C-7D70-5BA8-10BF-AC65C1C472C2}"/>
          </ac:spMkLst>
        </pc:spChg>
        <pc:picChg chg="del">
          <ac:chgData name="Scruel Tao" userId="5ea5c98d59b44d4b" providerId="LiveId" clId="{2BA6F94F-59B6-4AA6-9DB6-4A8227DBE37E}" dt="2023-04-03T04:46:04.237" v="2072" actId="21"/>
          <ac:picMkLst>
            <pc:docMk/>
            <pc:sldMk cId="192831406" sldId="270"/>
            <ac:picMk id="4" creationId="{A511FBE8-0DD6-E630-8EF3-0C4EEA9CD752}"/>
          </ac:picMkLst>
        </pc:picChg>
        <pc:picChg chg="del mod">
          <ac:chgData name="Scruel Tao" userId="5ea5c98d59b44d4b" providerId="LiveId" clId="{2BA6F94F-59B6-4AA6-9DB6-4A8227DBE37E}" dt="2023-04-03T04:49:25.552" v="2107" actId="21"/>
          <ac:picMkLst>
            <pc:docMk/>
            <pc:sldMk cId="192831406" sldId="270"/>
            <ac:picMk id="7" creationId="{DD04D8AF-8509-73F1-4E2C-416ED822D93C}"/>
          </ac:picMkLst>
        </pc:picChg>
        <pc:picChg chg="add mod">
          <ac:chgData name="Scruel Tao" userId="5ea5c98d59b44d4b" providerId="LiveId" clId="{2BA6F94F-59B6-4AA6-9DB6-4A8227DBE37E}" dt="2023-04-03T04:56:24.305" v="2563" actId="1076"/>
          <ac:picMkLst>
            <pc:docMk/>
            <pc:sldMk cId="192831406" sldId="270"/>
            <ac:picMk id="8" creationId="{9FEE71E3-5A5A-BDD3-0177-666AE0953528}"/>
          </ac:picMkLst>
        </pc:picChg>
        <pc:picChg chg="add mod">
          <ac:chgData name="Scruel Tao" userId="5ea5c98d59b44d4b" providerId="LiveId" clId="{2BA6F94F-59B6-4AA6-9DB6-4A8227DBE37E}" dt="2023-04-03T04:57:09.828" v="2614" actId="1076"/>
          <ac:picMkLst>
            <pc:docMk/>
            <pc:sldMk cId="192831406" sldId="270"/>
            <ac:picMk id="10" creationId="{ED7D2C24-3911-466C-3E76-669FC1671250}"/>
          </ac:picMkLst>
        </pc:picChg>
        <pc:picChg chg="add mod">
          <ac:chgData name="Scruel Tao" userId="5ea5c98d59b44d4b" providerId="LiveId" clId="{2BA6F94F-59B6-4AA6-9DB6-4A8227DBE37E}" dt="2023-04-03T04:55:39.683" v="2501" actId="1076"/>
          <ac:picMkLst>
            <pc:docMk/>
            <pc:sldMk cId="192831406" sldId="270"/>
            <ac:picMk id="12" creationId="{A8B42638-E2EC-8913-3326-65DFC6BFA414}"/>
          </ac:picMkLst>
        </pc:picChg>
      </pc:sldChg>
      <pc:sldChg chg="addSp delSp modSp add mod modTransition delAnim modAnim">
        <pc:chgData name="Scruel Tao" userId="5ea5c98d59b44d4b" providerId="LiveId" clId="{2BA6F94F-59B6-4AA6-9DB6-4A8227DBE37E}" dt="2023-04-06T02:37:35.540" v="4103" actId="20577"/>
        <pc:sldMkLst>
          <pc:docMk/>
          <pc:sldMk cId="555885545" sldId="271"/>
        </pc:sldMkLst>
        <pc:spChg chg="mod">
          <ac:chgData name="Scruel Tao" userId="5ea5c98d59b44d4b" providerId="LiveId" clId="{2BA6F94F-59B6-4AA6-9DB6-4A8227DBE37E}" dt="2023-04-06T02:37:35.540" v="4103" actId="20577"/>
          <ac:spMkLst>
            <pc:docMk/>
            <pc:sldMk cId="555885545" sldId="271"/>
            <ac:spMk id="2" creationId="{ABA783DF-49A6-7EF1-661E-C574E2C2F386}"/>
          </ac:spMkLst>
        </pc:spChg>
        <pc:spChg chg="mod">
          <ac:chgData name="Scruel Tao" userId="5ea5c98d59b44d4b" providerId="LiveId" clId="{2BA6F94F-59B6-4AA6-9DB6-4A8227DBE37E}" dt="2023-04-06T02:37:10.496" v="4102" actId="20577"/>
          <ac:spMkLst>
            <pc:docMk/>
            <pc:sldMk cId="555885545" sldId="271"/>
            <ac:spMk id="5" creationId="{334FF01F-2A65-44F6-34F9-69AC934A31D7}"/>
          </ac:spMkLst>
        </pc:spChg>
        <pc:spChg chg="del">
          <ac:chgData name="Scruel Tao" userId="5ea5c98d59b44d4b" providerId="LiveId" clId="{2BA6F94F-59B6-4AA6-9DB6-4A8227DBE37E}" dt="2023-04-03T05:12:20.396" v="3109"/>
          <ac:spMkLst>
            <pc:docMk/>
            <pc:sldMk cId="555885545" sldId="271"/>
            <ac:spMk id="12" creationId="{17AECC1C-6944-9F68-770A-0455E86B2492}"/>
          </ac:spMkLst>
        </pc:spChg>
        <pc:picChg chg="add mod">
          <ac:chgData name="Scruel Tao" userId="5ea5c98d59b44d4b" providerId="LiveId" clId="{2BA6F94F-59B6-4AA6-9DB6-4A8227DBE37E}" dt="2023-04-03T05:12:24.482" v="3111" actId="1076"/>
          <ac:picMkLst>
            <pc:docMk/>
            <pc:sldMk cId="555885545" sldId="271"/>
            <ac:picMk id="3" creationId="{E9C9C4B6-9E80-13FC-3C11-56455F818828}"/>
          </ac:picMkLst>
        </pc:picChg>
        <pc:picChg chg="add del mod">
          <ac:chgData name="Scruel Tao" userId="5ea5c98d59b44d4b" providerId="LiveId" clId="{2BA6F94F-59B6-4AA6-9DB6-4A8227DBE37E}" dt="2023-04-06T02:23:46.442" v="3975" actId="478"/>
          <ac:picMkLst>
            <pc:docMk/>
            <pc:sldMk cId="555885545" sldId="271"/>
            <ac:picMk id="6" creationId="{946FBC4D-967C-E0DD-4B99-AFE37DE456FC}"/>
          </ac:picMkLst>
        </pc:picChg>
        <pc:picChg chg="add del mod">
          <ac:chgData name="Scruel Tao" userId="5ea5c98d59b44d4b" providerId="LiveId" clId="{2BA6F94F-59B6-4AA6-9DB6-4A8227DBE37E}" dt="2023-04-06T02:34:23.966" v="4014" actId="478"/>
          <ac:picMkLst>
            <pc:docMk/>
            <pc:sldMk cId="555885545" sldId="271"/>
            <ac:picMk id="8" creationId="{CBE0F782-9063-9A1B-F123-E3585C23F8D4}"/>
          </ac:picMkLst>
        </pc:picChg>
        <pc:picChg chg="add mod ord">
          <ac:chgData name="Scruel Tao" userId="5ea5c98d59b44d4b" providerId="LiveId" clId="{2BA6F94F-59B6-4AA6-9DB6-4A8227DBE37E}" dt="2023-04-06T02:34:21.109" v="4013" actId="171"/>
          <ac:picMkLst>
            <pc:docMk/>
            <pc:sldMk cId="555885545" sldId="271"/>
            <ac:picMk id="10" creationId="{AB9AA877-00A8-CAE0-AEB2-54C3CC706AB2}"/>
          </ac:picMkLst>
        </pc:picChg>
        <pc:picChg chg="add del mod">
          <ac:chgData name="Scruel Tao" userId="5ea5c98d59b44d4b" providerId="LiveId" clId="{2BA6F94F-59B6-4AA6-9DB6-4A8227DBE37E}" dt="2023-04-06T02:34:05.904" v="4011" actId="478"/>
          <ac:picMkLst>
            <pc:docMk/>
            <pc:sldMk cId="555885545" sldId="271"/>
            <ac:picMk id="12" creationId="{6B5B9BC3-94A6-21D9-46F9-DD8E61B43B92}"/>
          </ac:picMkLst>
        </pc:picChg>
        <pc:picChg chg="add mod">
          <ac:chgData name="Scruel Tao" userId="5ea5c98d59b44d4b" providerId="LiveId" clId="{2BA6F94F-59B6-4AA6-9DB6-4A8227DBE37E}" dt="2023-04-06T02:34:48.022" v="4029" actId="1076"/>
          <ac:picMkLst>
            <pc:docMk/>
            <pc:sldMk cId="555885545" sldId="271"/>
            <ac:picMk id="14" creationId="{6A16C4FE-00E6-5357-100A-B8710B34F596}"/>
          </ac:picMkLst>
        </pc:picChg>
        <pc:picChg chg="add mod">
          <ac:chgData name="Scruel Tao" userId="5ea5c98d59b44d4b" providerId="LiveId" clId="{2BA6F94F-59B6-4AA6-9DB6-4A8227DBE37E}" dt="2023-04-06T02:35:36.170" v="4034" actId="1076"/>
          <ac:picMkLst>
            <pc:docMk/>
            <pc:sldMk cId="555885545" sldId="271"/>
            <ac:picMk id="16" creationId="{11C754BB-74AE-32B2-031C-7FF20420B575}"/>
          </ac:picMkLst>
        </pc:picChg>
      </pc:sldChg>
      <pc:sldChg chg="addSp delSp modSp add mod modClrScheme modAnim chgLayout">
        <pc:chgData name="Scruel Tao" userId="5ea5c98d59b44d4b" providerId="LiveId" clId="{2BA6F94F-59B6-4AA6-9DB6-4A8227DBE37E}" dt="2023-04-06T03:21:33.591" v="6322" actId="20577"/>
        <pc:sldMkLst>
          <pc:docMk/>
          <pc:sldMk cId="1518949093" sldId="272"/>
        </pc:sldMkLst>
        <pc:spChg chg="mod ord">
          <ac:chgData name="Scruel Tao" userId="5ea5c98d59b44d4b" providerId="LiveId" clId="{2BA6F94F-59B6-4AA6-9DB6-4A8227DBE37E}" dt="2023-04-06T02:46:26.755" v="4346" actId="700"/>
          <ac:spMkLst>
            <pc:docMk/>
            <pc:sldMk cId="1518949093" sldId="272"/>
            <ac:spMk id="2" creationId="{ABA783DF-49A6-7EF1-661E-C574E2C2F386}"/>
          </ac:spMkLst>
        </pc:spChg>
        <pc:spChg chg="add mod ord">
          <ac:chgData name="Scruel Tao" userId="5ea5c98d59b44d4b" providerId="LiveId" clId="{2BA6F94F-59B6-4AA6-9DB6-4A8227DBE37E}" dt="2023-04-06T03:21:33.591" v="6322" actId="20577"/>
          <ac:spMkLst>
            <pc:docMk/>
            <pc:sldMk cId="1518949093" sldId="272"/>
            <ac:spMk id="3" creationId="{939F03AE-10F4-D882-D99A-D5393469A114}"/>
          </ac:spMkLst>
        </pc:spChg>
        <pc:spChg chg="add mod">
          <ac:chgData name="Scruel Tao" userId="5ea5c98d59b44d4b" providerId="LiveId" clId="{2BA6F94F-59B6-4AA6-9DB6-4A8227DBE37E}" dt="2023-04-06T03:00:35.995" v="5800" actId="1076"/>
          <ac:spMkLst>
            <pc:docMk/>
            <pc:sldMk cId="1518949093" sldId="272"/>
            <ac:spMk id="4" creationId="{7F9F47DD-E49D-A929-FBF6-0571BAC29FB6}"/>
          </ac:spMkLst>
        </pc:spChg>
        <pc:spChg chg="del mod ord">
          <ac:chgData name="Scruel Tao" userId="5ea5c98d59b44d4b" providerId="LiveId" clId="{2BA6F94F-59B6-4AA6-9DB6-4A8227DBE37E}" dt="2023-04-06T02:46:26.755" v="4346" actId="700"/>
          <ac:spMkLst>
            <pc:docMk/>
            <pc:sldMk cId="1518949093" sldId="272"/>
            <ac:spMk id="5" creationId="{334FF01F-2A65-44F6-34F9-69AC934A31D7}"/>
          </ac:spMkLst>
        </pc:spChg>
        <pc:spChg chg="add del mod">
          <ac:chgData name="Scruel Tao" userId="5ea5c98d59b44d4b" providerId="LiveId" clId="{2BA6F94F-59B6-4AA6-9DB6-4A8227DBE37E}" dt="2023-04-06T02:46:26.755" v="4346" actId="700"/>
          <ac:spMkLst>
            <pc:docMk/>
            <pc:sldMk cId="1518949093" sldId="272"/>
            <ac:spMk id="7" creationId="{F35B7A8A-4930-2C62-CD2B-1E4E38AFABE3}"/>
          </ac:spMkLst>
        </pc:spChg>
        <pc:spChg chg="del">
          <ac:chgData name="Scruel Tao" userId="5ea5c98d59b44d4b" providerId="LiveId" clId="{2BA6F94F-59B6-4AA6-9DB6-4A8227DBE37E}" dt="2023-04-03T05:12:13.720" v="3106"/>
          <ac:spMkLst>
            <pc:docMk/>
            <pc:sldMk cId="1518949093" sldId="272"/>
            <ac:spMk id="12" creationId="{17AECC1C-6944-9F68-770A-0455E86B2492}"/>
          </ac:spMkLst>
        </pc:spChg>
        <pc:picChg chg="add del mod">
          <ac:chgData name="Scruel Tao" userId="5ea5c98d59b44d4b" providerId="LiveId" clId="{2BA6F94F-59B6-4AA6-9DB6-4A8227DBE37E}" dt="2023-04-03T05:12:18.430" v="3108" actId="21"/>
          <ac:picMkLst>
            <pc:docMk/>
            <pc:sldMk cId="1518949093" sldId="272"/>
            <ac:picMk id="4" creationId="{ED7E2725-EC32-D629-C663-EC55BC83D8AA}"/>
          </ac:picMkLst>
        </pc:picChg>
      </pc:sldChg>
      <pc:sldChg chg="addSp delSp modSp add mod modAnim">
        <pc:chgData name="Scruel Tao" userId="5ea5c98d59b44d4b" providerId="LiveId" clId="{2BA6F94F-59B6-4AA6-9DB6-4A8227DBE37E}" dt="2023-04-06T03:22:01.021" v="6326" actId="20577"/>
        <pc:sldMkLst>
          <pc:docMk/>
          <pc:sldMk cId="1301849154" sldId="273"/>
        </pc:sldMkLst>
        <pc:spChg chg="mod">
          <ac:chgData name="Scruel Tao" userId="5ea5c98d59b44d4b" providerId="LiveId" clId="{2BA6F94F-59B6-4AA6-9DB6-4A8227DBE37E}" dt="2023-04-06T02:00:22.559" v="3502" actId="20577"/>
          <ac:spMkLst>
            <pc:docMk/>
            <pc:sldMk cId="1301849154" sldId="273"/>
            <ac:spMk id="2" creationId="{ABA783DF-49A6-7EF1-661E-C574E2C2F386}"/>
          </ac:spMkLst>
        </pc:spChg>
        <pc:spChg chg="mod ord">
          <ac:chgData name="Scruel Tao" userId="5ea5c98d59b44d4b" providerId="LiveId" clId="{2BA6F94F-59B6-4AA6-9DB6-4A8227DBE37E}" dt="2023-04-06T03:22:01.021" v="6326" actId="20577"/>
          <ac:spMkLst>
            <pc:docMk/>
            <pc:sldMk cId="1301849154" sldId="273"/>
            <ac:spMk id="5" creationId="{334FF01F-2A65-44F6-34F9-69AC934A31D7}"/>
          </ac:spMkLst>
        </pc:spChg>
        <pc:spChg chg="add del">
          <ac:chgData name="Scruel Tao" userId="5ea5c98d59b44d4b" providerId="LiveId" clId="{2BA6F94F-59B6-4AA6-9DB6-4A8227DBE37E}" dt="2023-04-06T03:03:08.342" v="5816" actId="22"/>
          <ac:spMkLst>
            <pc:docMk/>
            <pc:sldMk cId="1301849154" sldId="273"/>
            <ac:spMk id="9" creationId="{2D63CFCC-FD4C-6E5B-C31C-1FACE6548087}"/>
          </ac:spMkLst>
        </pc:spChg>
        <pc:spChg chg="del">
          <ac:chgData name="Scruel Tao" userId="5ea5c98d59b44d4b" providerId="LiveId" clId="{2BA6F94F-59B6-4AA6-9DB6-4A8227DBE37E}" dt="2023-04-06T02:59:42.163" v="5772"/>
          <ac:spMkLst>
            <pc:docMk/>
            <pc:sldMk cId="1301849154" sldId="273"/>
            <ac:spMk id="12" creationId="{17AECC1C-6944-9F68-770A-0455E86B2492}"/>
          </ac:spMkLst>
        </pc:spChg>
        <pc:picChg chg="add mod">
          <ac:chgData name="Scruel Tao" userId="5ea5c98d59b44d4b" providerId="LiveId" clId="{2BA6F94F-59B6-4AA6-9DB6-4A8227DBE37E}" dt="2023-04-06T03:00:08.355" v="5783" actId="14100"/>
          <ac:picMkLst>
            <pc:docMk/>
            <pc:sldMk cId="1301849154" sldId="273"/>
            <ac:picMk id="4" creationId="{0A002240-4414-DA2D-96E9-81195475F4D9}"/>
          </ac:picMkLst>
        </pc:picChg>
        <pc:picChg chg="add mod">
          <ac:chgData name="Scruel Tao" userId="5ea5c98d59b44d4b" providerId="LiveId" clId="{2BA6F94F-59B6-4AA6-9DB6-4A8227DBE37E}" dt="2023-04-06T03:01:55.942" v="5807" actId="1076"/>
          <ac:picMkLst>
            <pc:docMk/>
            <pc:sldMk cId="1301849154" sldId="273"/>
            <ac:picMk id="7" creationId="{039AB04D-EA90-8BDD-A9C6-599C7C25DC63}"/>
          </ac:picMkLst>
        </pc:picChg>
        <pc:picChg chg="add mod">
          <ac:chgData name="Scruel Tao" userId="5ea5c98d59b44d4b" providerId="LiveId" clId="{2BA6F94F-59B6-4AA6-9DB6-4A8227DBE37E}" dt="2023-04-06T03:03:35.262" v="5826" actId="1076"/>
          <ac:picMkLst>
            <pc:docMk/>
            <pc:sldMk cId="1301849154" sldId="273"/>
            <ac:picMk id="11" creationId="{F56CF5C9-083E-9020-8D45-F23AB3CF38CE}"/>
          </ac:picMkLst>
        </pc:picChg>
      </pc:sldChg>
      <pc:sldChg chg="addSp delSp modSp add mod modClrScheme modAnim chgLayout">
        <pc:chgData name="Scruel Tao" userId="5ea5c98d59b44d4b" providerId="LiveId" clId="{2BA6F94F-59B6-4AA6-9DB6-4A8227DBE37E}" dt="2023-04-06T03:08:04.347" v="6177" actId="20577"/>
        <pc:sldMkLst>
          <pc:docMk/>
          <pc:sldMk cId="2878673110" sldId="274"/>
        </pc:sldMkLst>
        <pc:spChg chg="mod ord">
          <ac:chgData name="Scruel Tao" userId="5ea5c98d59b44d4b" providerId="LiveId" clId="{2BA6F94F-59B6-4AA6-9DB6-4A8227DBE37E}" dt="2023-04-06T03:06:24.832" v="6026" actId="20577"/>
          <ac:spMkLst>
            <pc:docMk/>
            <pc:sldMk cId="2878673110" sldId="274"/>
            <ac:spMk id="2" creationId="{ABA783DF-49A6-7EF1-661E-C574E2C2F386}"/>
          </ac:spMkLst>
        </pc:spChg>
        <pc:spChg chg="add mod ord">
          <ac:chgData name="Scruel Tao" userId="5ea5c98d59b44d4b" providerId="LiveId" clId="{2BA6F94F-59B6-4AA6-9DB6-4A8227DBE37E}" dt="2023-04-06T03:08:04.347" v="6177" actId="20577"/>
          <ac:spMkLst>
            <pc:docMk/>
            <pc:sldMk cId="2878673110" sldId="274"/>
            <ac:spMk id="3" creationId="{9E0BA8B8-92DA-1AC9-79B9-A552D184BB54}"/>
          </ac:spMkLst>
        </pc:spChg>
        <pc:spChg chg="del mod ord">
          <ac:chgData name="Scruel Tao" userId="5ea5c98d59b44d4b" providerId="LiveId" clId="{2BA6F94F-59B6-4AA6-9DB6-4A8227DBE37E}" dt="2023-04-03T05:14:57.549" v="3272" actId="700"/>
          <ac:spMkLst>
            <pc:docMk/>
            <pc:sldMk cId="2878673110" sldId="274"/>
            <ac:spMk id="5" creationId="{334FF01F-2A65-44F6-34F9-69AC934A31D7}"/>
          </ac:spMkLst>
        </pc:spChg>
        <pc:spChg chg="del">
          <ac:chgData name="Scruel Tao" userId="5ea5c98d59b44d4b" providerId="LiveId" clId="{2BA6F94F-59B6-4AA6-9DB6-4A8227DBE37E}" dt="2023-04-03T05:14:57.549" v="3272" actId="700"/>
          <ac:spMkLst>
            <pc:docMk/>
            <pc:sldMk cId="2878673110" sldId="274"/>
            <ac:spMk id="12" creationId="{17AECC1C-6944-9F68-770A-0455E86B2492}"/>
          </ac:spMkLst>
        </pc:spChg>
      </pc:sldChg>
      <pc:sldChg chg="addSp delSp modSp add mod delAnim modAnim">
        <pc:chgData name="Scruel Tao" userId="5ea5c98d59b44d4b" providerId="LiveId" clId="{2BA6F94F-59B6-4AA6-9DB6-4A8227DBE37E}" dt="2023-04-06T03:11:42.112" v="6223" actId="20577"/>
        <pc:sldMkLst>
          <pc:docMk/>
          <pc:sldMk cId="1525970791" sldId="275"/>
        </pc:sldMkLst>
        <pc:spChg chg="mod">
          <ac:chgData name="Scruel Tao" userId="5ea5c98d59b44d4b" providerId="LiveId" clId="{2BA6F94F-59B6-4AA6-9DB6-4A8227DBE37E}" dt="2023-04-06T02:37:55.606" v="4130" actId="20577"/>
          <ac:spMkLst>
            <pc:docMk/>
            <pc:sldMk cId="1525970791" sldId="275"/>
            <ac:spMk id="2" creationId="{ABA783DF-49A6-7EF1-661E-C574E2C2F386}"/>
          </ac:spMkLst>
        </pc:spChg>
        <pc:spChg chg="add mod">
          <ac:chgData name="Scruel Tao" userId="5ea5c98d59b44d4b" providerId="LiveId" clId="{2BA6F94F-59B6-4AA6-9DB6-4A8227DBE37E}" dt="2023-04-06T02:40:44.115" v="4288" actId="1076"/>
          <ac:spMkLst>
            <pc:docMk/>
            <pc:sldMk cId="1525970791" sldId="275"/>
            <ac:spMk id="3" creationId="{758FEE91-E006-78B4-7371-44F05CE1873F}"/>
          </ac:spMkLst>
        </pc:spChg>
        <pc:spChg chg="mod">
          <ac:chgData name="Scruel Tao" userId="5ea5c98d59b44d4b" providerId="LiveId" clId="{2BA6F94F-59B6-4AA6-9DB6-4A8227DBE37E}" dt="2023-04-06T03:11:42.112" v="6223" actId="20577"/>
          <ac:spMkLst>
            <pc:docMk/>
            <pc:sldMk cId="1525970791" sldId="275"/>
            <ac:spMk id="5" creationId="{334FF01F-2A65-44F6-34F9-69AC934A31D7}"/>
          </ac:spMkLst>
        </pc:spChg>
        <pc:spChg chg="add del mod">
          <ac:chgData name="Scruel Tao" userId="5ea5c98d59b44d4b" providerId="LiveId" clId="{2BA6F94F-59B6-4AA6-9DB6-4A8227DBE37E}" dt="2023-04-06T02:41:11.484" v="4301"/>
          <ac:spMkLst>
            <pc:docMk/>
            <pc:sldMk cId="1525970791" sldId="275"/>
            <ac:spMk id="6" creationId="{FE71521E-2CC0-4A61-AAED-50B969DD3FB2}"/>
          </ac:spMkLst>
        </pc:spChg>
        <pc:spChg chg="add del mod">
          <ac:chgData name="Scruel Tao" userId="5ea5c98d59b44d4b" providerId="LiveId" clId="{2BA6F94F-59B6-4AA6-9DB6-4A8227DBE37E}" dt="2023-04-06T02:41:49.801" v="4308"/>
          <ac:spMkLst>
            <pc:docMk/>
            <pc:sldMk cId="1525970791" sldId="275"/>
            <ac:spMk id="11" creationId="{E7566BCF-DD27-2A40-5FAC-846D590C6664}"/>
          </ac:spMkLst>
        </pc:spChg>
        <pc:picChg chg="del">
          <ac:chgData name="Scruel Tao" userId="5ea5c98d59b44d4b" providerId="LiveId" clId="{2BA6F94F-59B6-4AA6-9DB6-4A8227DBE37E}" dt="2023-04-03T05:13:19.543" v="3163" actId="21"/>
          <ac:picMkLst>
            <pc:docMk/>
            <pc:sldMk cId="1525970791" sldId="275"/>
            <ac:picMk id="3" creationId="{E9C9C4B6-9E80-13FC-3C11-56455F818828}"/>
          </ac:picMkLst>
        </pc:picChg>
        <pc:picChg chg="add del mod">
          <ac:chgData name="Scruel Tao" userId="5ea5c98d59b44d4b" providerId="LiveId" clId="{2BA6F94F-59B6-4AA6-9DB6-4A8227DBE37E}" dt="2023-04-06T02:41:10.728" v="4300"/>
          <ac:picMkLst>
            <pc:docMk/>
            <pc:sldMk cId="1525970791" sldId="275"/>
            <ac:picMk id="7" creationId="{72753DEC-DD0C-C274-F404-F5EB4CD1C448}"/>
          </ac:picMkLst>
        </pc:picChg>
        <pc:picChg chg="add del mod">
          <ac:chgData name="Scruel Tao" userId="5ea5c98d59b44d4b" providerId="LiveId" clId="{2BA6F94F-59B6-4AA6-9DB6-4A8227DBE37E}" dt="2023-04-06T02:41:48.798" v="4307" actId="478"/>
          <ac:picMkLst>
            <pc:docMk/>
            <pc:sldMk cId="1525970791" sldId="275"/>
            <ac:picMk id="9" creationId="{956D46E1-CA10-6110-3721-527FB106B816}"/>
          </ac:picMkLst>
        </pc:picChg>
        <pc:picChg chg="add mod">
          <ac:chgData name="Scruel Tao" userId="5ea5c98d59b44d4b" providerId="LiveId" clId="{2BA6F94F-59B6-4AA6-9DB6-4A8227DBE37E}" dt="2023-04-06T02:41:56.060" v="4311" actId="14100"/>
          <ac:picMkLst>
            <pc:docMk/>
            <pc:sldMk cId="1525970791" sldId="275"/>
            <ac:picMk id="13" creationId="{28E0336C-E8D0-EA88-BA1F-58180AAA10B2}"/>
          </ac:picMkLst>
        </pc:picChg>
        <pc:picChg chg="add mod">
          <ac:chgData name="Scruel Tao" userId="5ea5c98d59b44d4b" providerId="LiveId" clId="{2BA6F94F-59B6-4AA6-9DB6-4A8227DBE37E}" dt="2023-04-06T02:43:15.541" v="4323" actId="1076"/>
          <ac:picMkLst>
            <pc:docMk/>
            <pc:sldMk cId="1525970791" sldId="275"/>
            <ac:picMk id="15" creationId="{688D0B3B-ED19-D752-7801-4EA7CCF93CF1}"/>
          </ac:picMkLst>
        </pc:picChg>
        <pc:picChg chg="add del mod">
          <ac:chgData name="Scruel Tao" userId="5ea5c98d59b44d4b" providerId="LiveId" clId="{2BA6F94F-59B6-4AA6-9DB6-4A8227DBE37E}" dt="2023-04-06T02:45:44.597" v="4337" actId="478"/>
          <ac:picMkLst>
            <pc:docMk/>
            <pc:sldMk cId="1525970791" sldId="275"/>
            <ac:picMk id="17" creationId="{A0899730-319B-2A2E-DBC8-BEBF8655AA69}"/>
          </ac:picMkLst>
        </pc:picChg>
        <pc:picChg chg="add mod">
          <ac:chgData name="Scruel Tao" userId="5ea5c98d59b44d4b" providerId="LiveId" clId="{2BA6F94F-59B6-4AA6-9DB6-4A8227DBE37E}" dt="2023-04-06T02:45:54.296" v="4342" actId="1076"/>
          <ac:picMkLst>
            <pc:docMk/>
            <pc:sldMk cId="1525970791" sldId="275"/>
            <ac:picMk id="19" creationId="{EA4C9E56-4F35-33EF-251B-533EFC0DABBF}"/>
          </ac:picMkLst>
        </pc:picChg>
      </pc:sldChg>
      <pc:sldChg chg="modSp add del mod">
        <pc:chgData name="Scruel Tao" userId="5ea5c98d59b44d4b" providerId="LiveId" clId="{2BA6F94F-59B6-4AA6-9DB6-4A8227DBE37E}" dt="2023-04-06T02:37:57.733" v="4131" actId="47"/>
        <pc:sldMkLst>
          <pc:docMk/>
          <pc:sldMk cId="1084643022" sldId="276"/>
        </pc:sldMkLst>
        <pc:spChg chg="mod">
          <ac:chgData name="Scruel Tao" userId="5ea5c98d59b44d4b" providerId="LiveId" clId="{2BA6F94F-59B6-4AA6-9DB6-4A8227DBE37E}" dt="2023-04-06T01:59:57.563" v="3451" actId="20577"/>
          <ac:spMkLst>
            <pc:docMk/>
            <pc:sldMk cId="1084643022" sldId="276"/>
            <ac:spMk id="2" creationId="{ABA783DF-49A6-7EF1-661E-C574E2C2F386}"/>
          </ac:spMkLst>
        </pc:spChg>
      </pc:sldChg>
      <pc:sldMasterChg chg="modSldLayout">
        <pc:chgData name="Scruel Tao" userId="5ea5c98d59b44d4b" providerId="LiveId" clId="{2BA6F94F-59B6-4AA6-9DB6-4A8227DBE37E}" dt="2023-04-03T03:34:53.033" v="335" actId="1076"/>
        <pc:sldMasterMkLst>
          <pc:docMk/>
          <pc:sldMasterMk cId="1766057859" sldId="2147483648"/>
        </pc:sldMasterMkLst>
        <pc:sldLayoutChg chg="delSp modSp mod">
          <pc:chgData name="Scruel Tao" userId="5ea5c98d59b44d4b" providerId="LiveId" clId="{2BA6F94F-59B6-4AA6-9DB6-4A8227DBE37E}" dt="2023-04-03T03:34:53.033" v="335" actId="1076"/>
          <pc:sldLayoutMkLst>
            <pc:docMk/>
            <pc:sldMasterMk cId="1766057859" sldId="2147483648"/>
            <pc:sldLayoutMk cId="1337634028" sldId="2147483660"/>
          </pc:sldLayoutMkLst>
          <pc:spChg chg="del mod">
            <ac:chgData name="Scruel Tao" userId="5ea5c98d59b44d4b" providerId="LiveId" clId="{2BA6F94F-59B6-4AA6-9DB6-4A8227DBE37E}" dt="2023-04-03T03:27:47.594" v="278" actId="478"/>
            <ac:spMkLst>
              <pc:docMk/>
              <pc:sldMasterMk cId="1766057859" sldId="2147483648"/>
              <pc:sldLayoutMk cId="1337634028" sldId="2147483660"/>
              <ac:spMk id="19468" creationId="{418CE5A5-515B-CEAB-D160-CBAFEBF4837F}"/>
            </ac:spMkLst>
          </pc:spChg>
          <pc:picChg chg="del">
            <ac:chgData name="Scruel Tao" userId="5ea5c98d59b44d4b" providerId="LiveId" clId="{2BA6F94F-59B6-4AA6-9DB6-4A8227DBE37E}" dt="2023-04-03T03:26:11.336" v="269" actId="21"/>
            <ac:picMkLst>
              <pc:docMk/>
              <pc:sldMasterMk cId="1766057859" sldId="2147483648"/>
              <pc:sldLayoutMk cId="1337634028" sldId="2147483660"/>
              <ac:picMk id="19481" creationId="{02568321-E4E6-1B3D-8017-A3451A7203B9}"/>
            </ac:picMkLst>
          </pc:picChg>
          <pc:picChg chg="mod">
            <ac:chgData name="Scruel Tao" userId="5ea5c98d59b44d4b" providerId="LiveId" clId="{2BA6F94F-59B6-4AA6-9DB6-4A8227DBE37E}" dt="2023-04-03T03:34:53.033" v="335" actId="1076"/>
            <ac:picMkLst>
              <pc:docMk/>
              <pc:sldMasterMk cId="1766057859" sldId="2147483648"/>
              <pc:sldLayoutMk cId="1337634028" sldId="2147483660"/>
              <ac:picMk id="19482" creationId="{8F2B9C9A-7CA4-5723-784E-DBADCF09186B}"/>
            </ac:picMkLst>
          </pc:picChg>
        </pc:sldLayoutChg>
      </pc:sldMasterChg>
    </pc:docChg>
  </pc:docChgLst>
  <pc:docChgLst>
    <pc:chgData name="Scruel Tao" userId="5ea5c98d59b44d4b" providerId="LiveId" clId="{42F73B06-DA81-4C67-8473-07E158E9C79B}"/>
    <pc:docChg chg="undo redo custSel addSld delSld modSld sldOrd modMainMaster">
      <pc:chgData name="Scruel Tao" userId="5ea5c98d59b44d4b" providerId="LiveId" clId="{42F73B06-DA81-4C67-8473-07E158E9C79B}" dt="2023-04-25T04:46:22.938" v="2599" actId="20577"/>
      <pc:docMkLst>
        <pc:docMk/>
      </pc:docMkLst>
      <pc:sldChg chg="addSp delSp modSp mod">
        <pc:chgData name="Scruel Tao" userId="5ea5c98d59b44d4b" providerId="LiveId" clId="{42F73B06-DA81-4C67-8473-07E158E9C79B}" dt="2023-04-25T04:46:22.938" v="2599" actId="20577"/>
        <pc:sldMkLst>
          <pc:docMk/>
          <pc:sldMk cId="1112998187" sldId="257"/>
        </pc:sldMkLst>
        <pc:spChg chg="mod">
          <ac:chgData name="Scruel Tao" userId="5ea5c98d59b44d4b" providerId="LiveId" clId="{42F73B06-DA81-4C67-8473-07E158E9C79B}" dt="2023-04-25T02:56:34.616" v="176" actId="13926"/>
          <ac:spMkLst>
            <pc:docMk/>
            <pc:sldMk cId="1112998187" sldId="257"/>
            <ac:spMk id="2" creationId="{1422DFF6-0952-1023-64E3-97184D36BE3F}"/>
          </ac:spMkLst>
        </pc:spChg>
        <pc:spChg chg="mod">
          <ac:chgData name="Scruel Tao" userId="5ea5c98d59b44d4b" providerId="LiveId" clId="{42F73B06-DA81-4C67-8473-07E158E9C79B}" dt="2023-04-25T04:46:22.938" v="2599" actId="20577"/>
          <ac:spMkLst>
            <pc:docMk/>
            <pc:sldMk cId="1112998187" sldId="257"/>
            <ac:spMk id="3" creationId="{AC7759D9-0BB4-08ED-8476-24F7D903D6DE}"/>
          </ac:spMkLst>
        </pc:spChg>
        <pc:spChg chg="add del mod">
          <ac:chgData name="Scruel Tao" userId="5ea5c98d59b44d4b" providerId="LiveId" clId="{42F73B06-DA81-4C67-8473-07E158E9C79B}" dt="2023-04-25T02:46:25.828" v="34"/>
          <ac:spMkLst>
            <pc:docMk/>
            <pc:sldMk cId="1112998187" sldId="257"/>
            <ac:spMk id="4" creationId="{A079E8C0-052B-18D5-9CF8-DD0AE74AF66B}"/>
          </ac:spMkLst>
        </pc:spChg>
        <pc:spChg chg="add del mod">
          <ac:chgData name="Scruel Tao" userId="5ea5c98d59b44d4b" providerId="LiveId" clId="{42F73B06-DA81-4C67-8473-07E158E9C79B}" dt="2023-04-25T02:53:39.318" v="165" actId="21"/>
          <ac:spMkLst>
            <pc:docMk/>
            <pc:sldMk cId="1112998187" sldId="257"/>
            <ac:spMk id="5" creationId="{6B681F1F-0DE6-B406-204C-9354D5670F8E}"/>
          </ac:spMkLst>
        </pc:spChg>
      </pc:sldChg>
      <pc:sldChg chg="addSp delSp modSp mod">
        <pc:chgData name="Scruel Tao" userId="5ea5c98d59b44d4b" providerId="LiveId" clId="{42F73B06-DA81-4C67-8473-07E158E9C79B}" dt="2023-04-25T04:46:05.667" v="2597" actId="21"/>
        <pc:sldMkLst>
          <pc:docMk/>
          <pc:sldMk cId="3636494425" sldId="258"/>
        </pc:sldMkLst>
        <pc:spChg chg="mod">
          <ac:chgData name="Scruel Tao" userId="5ea5c98d59b44d4b" providerId="LiveId" clId="{42F73B06-DA81-4C67-8473-07E158E9C79B}" dt="2023-04-25T03:22:32.151" v="867" actId="20577"/>
          <ac:spMkLst>
            <pc:docMk/>
            <pc:sldMk cId="3636494425" sldId="258"/>
            <ac:spMk id="2" creationId="{ABA783DF-49A6-7EF1-661E-C574E2C2F386}"/>
          </ac:spMkLst>
        </pc:spChg>
        <pc:spChg chg="del mod">
          <ac:chgData name="Scruel Tao" userId="5ea5c98d59b44d4b" providerId="LiveId" clId="{42F73B06-DA81-4C67-8473-07E158E9C79B}" dt="2023-04-25T03:12:42.110" v="592" actId="478"/>
          <ac:spMkLst>
            <pc:docMk/>
            <pc:sldMk cId="3636494425" sldId="258"/>
            <ac:spMk id="3" creationId="{4C14948B-081B-0FED-AF72-DA2CFEC85EB0}"/>
          </ac:spMkLst>
        </pc:spChg>
        <pc:spChg chg="add del mod">
          <ac:chgData name="Scruel Tao" userId="5ea5c98d59b44d4b" providerId="LiveId" clId="{42F73B06-DA81-4C67-8473-07E158E9C79B}" dt="2023-04-25T03:12:32.844" v="591"/>
          <ac:spMkLst>
            <pc:docMk/>
            <pc:sldMk cId="3636494425" sldId="258"/>
            <ac:spMk id="9" creationId="{BA908FC3-A0EB-F7FE-4E65-D9458F7A14A9}"/>
          </ac:spMkLst>
        </pc:spChg>
        <pc:spChg chg="add del mod">
          <ac:chgData name="Scruel Tao" userId="5ea5c98d59b44d4b" providerId="LiveId" clId="{42F73B06-DA81-4C67-8473-07E158E9C79B}" dt="2023-04-25T03:12:32.844" v="591"/>
          <ac:spMkLst>
            <pc:docMk/>
            <pc:sldMk cId="3636494425" sldId="258"/>
            <ac:spMk id="10" creationId="{FFB3B742-5269-C9DD-2CA4-966DADE8F9E0}"/>
          </ac:spMkLst>
        </pc:spChg>
        <pc:spChg chg="add del mod">
          <ac:chgData name="Scruel Tao" userId="5ea5c98d59b44d4b" providerId="LiveId" clId="{42F73B06-DA81-4C67-8473-07E158E9C79B}" dt="2023-04-25T03:12:32.844" v="591"/>
          <ac:spMkLst>
            <pc:docMk/>
            <pc:sldMk cId="3636494425" sldId="258"/>
            <ac:spMk id="11" creationId="{BA703B33-7CB6-9FD1-6308-5A66A84AE171}"/>
          </ac:spMkLst>
        </pc:spChg>
        <pc:spChg chg="add del mod">
          <ac:chgData name="Scruel Tao" userId="5ea5c98d59b44d4b" providerId="LiveId" clId="{42F73B06-DA81-4C67-8473-07E158E9C79B}" dt="2023-04-25T03:12:32.844" v="591"/>
          <ac:spMkLst>
            <pc:docMk/>
            <pc:sldMk cId="3636494425" sldId="258"/>
            <ac:spMk id="12" creationId="{151B79C1-137A-57A9-0616-3DF5499DEDE0}"/>
          </ac:spMkLst>
        </pc:spChg>
        <pc:spChg chg="add del mod">
          <ac:chgData name="Scruel Tao" userId="5ea5c98d59b44d4b" providerId="LiveId" clId="{42F73B06-DA81-4C67-8473-07E158E9C79B}" dt="2023-04-25T03:12:32.844" v="591"/>
          <ac:spMkLst>
            <pc:docMk/>
            <pc:sldMk cId="3636494425" sldId="258"/>
            <ac:spMk id="13" creationId="{CC84C452-144D-00E8-F419-9F2CFB9B199C}"/>
          </ac:spMkLst>
        </pc:spChg>
        <pc:spChg chg="add del mod">
          <ac:chgData name="Scruel Tao" userId="5ea5c98d59b44d4b" providerId="LiveId" clId="{42F73B06-DA81-4C67-8473-07E158E9C79B}" dt="2023-04-25T03:12:32.844" v="591"/>
          <ac:spMkLst>
            <pc:docMk/>
            <pc:sldMk cId="3636494425" sldId="258"/>
            <ac:spMk id="14" creationId="{399876F9-00F3-3D6A-E2DA-9E3F062548EC}"/>
          </ac:spMkLst>
        </pc:spChg>
        <pc:spChg chg="add del mod">
          <ac:chgData name="Scruel Tao" userId="5ea5c98d59b44d4b" providerId="LiveId" clId="{42F73B06-DA81-4C67-8473-07E158E9C79B}" dt="2023-04-25T03:12:32.844" v="591"/>
          <ac:spMkLst>
            <pc:docMk/>
            <pc:sldMk cId="3636494425" sldId="258"/>
            <ac:spMk id="15" creationId="{8CB8A818-E440-9338-2FD4-89160E0FAD7F}"/>
          </ac:spMkLst>
        </pc:spChg>
        <pc:spChg chg="add del mod">
          <ac:chgData name="Scruel Tao" userId="5ea5c98d59b44d4b" providerId="LiveId" clId="{42F73B06-DA81-4C67-8473-07E158E9C79B}" dt="2023-04-25T03:12:32.844" v="591"/>
          <ac:spMkLst>
            <pc:docMk/>
            <pc:sldMk cId="3636494425" sldId="258"/>
            <ac:spMk id="16" creationId="{8226402F-1940-BAAF-8CDD-A588047059AC}"/>
          </ac:spMkLst>
        </pc:spChg>
        <pc:spChg chg="add del mod">
          <ac:chgData name="Scruel Tao" userId="5ea5c98d59b44d4b" providerId="LiveId" clId="{42F73B06-DA81-4C67-8473-07E158E9C79B}" dt="2023-04-25T03:12:32.844" v="591"/>
          <ac:spMkLst>
            <pc:docMk/>
            <pc:sldMk cId="3636494425" sldId="258"/>
            <ac:spMk id="17" creationId="{46DCCA24-2144-A4FD-E167-DA7BBE5B3F6D}"/>
          </ac:spMkLst>
        </pc:spChg>
        <pc:spChg chg="add del mod">
          <ac:chgData name="Scruel Tao" userId="5ea5c98d59b44d4b" providerId="LiveId" clId="{42F73B06-DA81-4C67-8473-07E158E9C79B}" dt="2023-04-25T03:12:32.844" v="591"/>
          <ac:spMkLst>
            <pc:docMk/>
            <pc:sldMk cId="3636494425" sldId="258"/>
            <ac:spMk id="18" creationId="{545EA90B-9834-F825-8B44-305D329730D8}"/>
          </ac:spMkLst>
        </pc:spChg>
        <pc:spChg chg="add del mod">
          <ac:chgData name="Scruel Tao" userId="5ea5c98d59b44d4b" providerId="LiveId" clId="{42F73B06-DA81-4C67-8473-07E158E9C79B}" dt="2023-04-25T03:12:32.844" v="591"/>
          <ac:spMkLst>
            <pc:docMk/>
            <pc:sldMk cId="3636494425" sldId="258"/>
            <ac:spMk id="19" creationId="{2FDD208C-8CDC-5791-DB0C-46A496231D22}"/>
          </ac:spMkLst>
        </pc:spChg>
        <pc:spChg chg="add del mod">
          <ac:chgData name="Scruel Tao" userId="5ea5c98d59b44d4b" providerId="LiveId" clId="{42F73B06-DA81-4C67-8473-07E158E9C79B}" dt="2023-04-25T03:12:32.844" v="591"/>
          <ac:spMkLst>
            <pc:docMk/>
            <pc:sldMk cId="3636494425" sldId="258"/>
            <ac:spMk id="20" creationId="{A3C0FB5D-4E00-3696-61DB-E49AEE25DB09}"/>
          </ac:spMkLst>
        </pc:spChg>
        <pc:spChg chg="add del mod">
          <ac:chgData name="Scruel Tao" userId="5ea5c98d59b44d4b" providerId="LiveId" clId="{42F73B06-DA81-4C67-8473-07E158E9C79B}" dt="2023-04-25T03:12:32.844" v="591"/>
          <ac:spMkLst>
            <pc:docMk/>
            <pc:sldMk cId="3636494425" sldId="258"/>
            <ac:spMk id="21" creationId="{71F8EEF6-9A32-0A78-4E2F-950322B8AC2C}"/>
          </ac:spMkLst>
        </pc:spChg>
        <pc:spChg chg="add del mod">
          <ac:chgData name="Scruel Tao" userId="5ea5c98d59b44d4b" providerId="LiveId" clId="{42F73B06-DA81-4C67-8473-07E158E9C79B}" dt="2023-04-25T03:12:32.844" v="591"/>
          <ac:spMkLst>
            <pc:docMk/>
            <pc:sldMk cId="3636494425" sldId="258"/>
            <ac:spMk id="22" creationId="{47D5D505-F800-D76D-E7B6-F3EB87664C74}"/>
          </ac:spMkLst>
        </pc:spChg>
        <pc:spChg chg="add del mod">
          <ac:chgData name="Scruel Tao" userId="5ea5c98d59b44d4b" providerId="LiveId" clId="{42F73B06-DA81-4C67-8473-07E158E9C79B}" dt="2023-04-25T03:12:32.844" v="591"/>
          <ac:spMkLst>
            <pc:docMk/>
            <pc:sldMk cId="3636494425" sldId="258"/>
            <ac:spMk id="23" creationId="{E8A85D2B-AB1D-9C0D-08EC-934FF9D7003F}"/>
          </ac:spMkLst>
        </pc:spChg>
        <pc:spChg chg="add del mod">
          <ac:chgData name="Scruel Tao" userId="5ea5c98d59b44d4b" providerId="LiveId" clId="{42F73B06-DA81-4C67-8473-07E158E9C79B}" dt="2023-04-25T03:12:32.844" v="591"/>
          <ac:spMkLst>
            <pc:docMk/>
            <pc:sldMk cId="3636494425" sldId="258"/>
            <ac:spMk id="24" creationId="{0AC97BA1-83B0-DB02-81AC-6213009241F3}"/>
          </ac:spMkLst>
        </pc:spChg>
        <pc:spChg chg="add del mod">
          <ac:chgData name="Scruel Tao" userId="5ea5c98d59b44d4b" providerId="LiveId" clId="{42F73B06-DA81-4C67-8473-07E158E9C79B}" dt="2023-04-25T03:12:32.844" v="591"/>
          <ac:spMkLst>
            <pc:docMk/>
            <pc:sldMk cId="3636494425" sldId="258"/>
            <ac:spMk id="25" creationId="{5F1C6A34-E5FE-21CA-E715-E556C8811400}"/>
          </ac:spMkLst>
        </pc:spChg>
        <pc:spChg chg="add del mod">
          <ac:chgData name="Scruel Tao" userId="5ea5c98d59b44d4b" providerId="LiveId" clId="{42F73B06-DA81-4C67-8473-07E158E9C79B}" dt="2023-04-25T03:12:32.844" v="591"/>
          <ac:spMkLst>
            <pc:docMk/>
            <pc:sldMk cId="3636494425" sldId="258"/>
            <ac:spMk id="26" creationId="{8A7695B3-E880-A584-75A9-94BD937774FF}"/>
          </ac:spMkLst>
        </pc:spChg>
        <pc:spChg chg="add del mod">
          <ac:chgData name="Scruel Tao" userId="5ea5c98d59b44d4b" providerId="LiveId" clId="{42F73B06-DA81-4C67-8473-07E158E9C79B}" dt="2023-04-25T03:12:32.844" v="591"/>
          <ac:spMkLst>
            <pc:docMk/>
            <pc:sldMk cId="3636494425" sldId="258"/>
            <ac:spMk id="27" creationId="{DDA9CB73-5323-7074-72F0-FE213A7656CE}"/>
          </ac:spMkLst>
        </pc:spChg>
        <pc:spChg chg="add del mod">
          <ac:chgData name="Scruel Tao" userId="5ea5c98d59b44d4b" providerId="LiveId" clId="{42F73B06-DA81-4C67-8473-07E158E9C79B}" dt="2023-04-25T03:12:32.844" v="591"/>
          <ac:spMkLst>
            <pc:docMk/>
            <pc:sldMk cId="3636494425" sldId="258"/>
            <ac:spMk id="28" creationId="{BE9D20DE-121B-F6A5-4436-DF6C304DC9B4}"/>
          </ac:spMkLst>
        </pc:spChg>
        <pc:spChg chg="add del mod">
          <ac:chgData name="Scruel Tao" userId="5ea5c98d59b44d4b" providerId="LiveId" clId="{42F73B06-DA81-4C67-8473-07E158E9C79B}" dt="2023-04-25T03:12:32.844" v="591"/>
          <ac:spMkLst>
            <pc:docMk/>
            <pc:sldMk cId="3636494425" sldId="258"/>
            <ac:spMk id="29" creationId="{2DC44659-C03E-0D86-F7C0-0978EF476040}"/>
          </ac:spMkLst>
        </pc:spChg>
        <pc:spChg chg="add del mod">
          <ac:chgData name="Scruel Tao" userId="5ea5c98d59b44d4b" providerId="LiveId" clId="{42F73B06-DA81-4C67-8473-07E158E9C79B}" dt="2023-04-25T03:12:32.844" v="591"/>
          <ac:spMkLst>
            <pc:docMk/>
            <pc:sldMk cId="3636494425" sldId="258"/>
            <ac:spMk id="30" creationId="{7AEC2843-9DD8-8FE8-B5D1-A4C4D1D386A3}"/>
          </ac:spMkLst>
        </pc:spChg>
        <pc:spChg chg="add del mod">
          <ac:chgData name="Scruel Tao" userId="5ea5c98d59b44d4b" providerId="LiveId" clId="{42F73B06-DA81-4C67-8473-07E158E9C79B}" dt="2023-04-25T03:12:32.844" v="591"/>
          <ac:spMkLst>
            <pc:docMk/>
            <pc:sldMk cId="3636494425" sldId="258"/>
            <ac:spMk id="31" creationId="{444C8620-BBE0-B587-70F9-61F84356BFC9}"/>
          </ac:spMkLst>
        </pc:spChg>
        <pc:spChg chg="add del mod">
          <ac:chgData name="Scruel Tao" userId="5ea5c98d59b44d4b" providerId="LiveId" clId="{42F73B06-DA81-4C67-8473-07E158E9C79B}" dt="2023-04-25T03:12:32.844" v="591"/>
          <ac:spMkLst>
            <pc:docMk/>
            <pc:sldMk cId="3636494425" sldId="258"/>
            <ac:spMk id="32" creationId="{1A2A0E7C-32A4-D0EF-50CB-9275BA653A46}"/>
          </ac:spMkLst>
        </pc:spChg>
        <pc:spChg chg="add del mod">
          <ac:chgData name="Scruel Tao" userId="5ea5c98d59b44d4b" providerId="LiveId" clId="{42F73B06-DA81-4C67-8473-07E158E9C79B}" dt="2023-04-25T03:12:32.844" v="591"/>
          <ac:spMkLst>
            <pc:docMk/>
            <pc:sldMk cId="3636494425" sldId="258"/>
            <ac:spMk id="33" creationId="{3B0FD91E-90DC-12A5-BD5D-D4EEF984FBF9}"/>
          </ac:spMkLst>
        </pc:spChg>
        <pc:spChg chg="add del mod">
          <ac:chgData name="Scruel Tao" userId="5ea5c98d59b44d4b" providerId="LiveId" clId="{42F73B06-DA81-4C67-8473-07E158E9C79B}" dt="2023-04-25T03:12:32.844" v="591"/>
          <ac:spMkLst>
            <pc:docMk/>
            <pc:sldMk cId="3636494425" sldId="258"/>
            <ac:spMk id="34" creationId="{ADD06899-CA0E-640F-BE8C-C94B407217D8}"/>
          </ac:spMkLst>
        </pc:spChg>
        <pc:spChg chg="add del mod">
          <ac:chgData name="Scruel Tao" userId="5ea5c98d59b44d4b" providerId="LiveId" clId="{42F73B06-DA81-4C67-8473-07E158E9C79B}" dt="2023-04-25T03:12:32.844" v="591"/>
          <ac:spMkLst>
            <pc:docMk/>
            <pc:sldMk cId="3636494425" sldId="258"/>
            <ac:spMk id="35" creationId="{35DB8BD3-7EF0-88D9-611E-481E0080EB9C}"/>
          </ac:spMkLst>
        </pc:spChg>
        <pc:spChg chg="add del mod">
          <ac:chgData name="Scruel Tao" userId="5ea5c98d59b44d4b" providerId="LiveId" clId="{42F73B06-DA81-4C67-8473-07E158E9C79B}" dt="2023-04-25T03:12:32.844" v="591"/>
          <ac:spMkLst>
            <pc:docMk/>
            <pc:sldMk cId="3636494425" sldId="258"/>
            <ac:spMk id="36" creationId="{AFC9C7BA-7A24-6E3D-4442-046FA94109E5}"/>
          </ac:spMkLst>
        </pc:spChg>
        <pc:spChg chg="add del mod">
          <ac:chgData name="Scruel Tao" userId="5ea5c98d59b44d4b" providerId="LiveId" clId="{42F73B06-DA81-4C67-8473-07E158E9C79B}" dt="2023-04-25T03:12:44.503" v="593" actId="478"/>
          <ac:spMkLst>
            <pc:docMk/>
            <pc:sldMk cId="3636494425" sldId="258"/>
            <ac:spMk id="38" creationId="{A30D7F5D-9E79-2552-D499-8B7304C5F748}"/>
          </ac:spMkLst>
        </pc:spChg>
        <pc:spChg chg="add mod">
          <ac:chgData name="Scruel Tao" userId="5ea5c98d59b44d4b" providerId="LiveId" clId="{42F73B06-DA81-4C67-8473-07E158E9C79B}" dt="2023-04-25T03:22:58.685" v="884" actId="1035"/>
          <ac:spMkLst>
            <pc:docMk/>
            <pc:sldMk cId="3636494425" sldId="258"/>
            <ac:spMk id="39" creationId="{8D309316-0912-245A-36C4-6EEFCF882A6C}"/>
          </ac:spMkLst>
        </pc:spChg>
        <pc:spChg chg="add mod">
          <ac:chgData name="Scruel Tao" userId="5ea5c98d59b44d4b" providerId="LiveId" clId="{42F73B06-DA81-4C67-8473-07E158E9C79B}" dt="2023-04-25T03:22:58.685" v="884" actId="1035"/>
          <ac:spMkLst>
            <pc:docMk/>
            <pc:sldMk cId="3636494425" sldId="258"/>
            <ac:spMk id="40" creationId="{F356A7F9-408C-48AD-D73A-AB2BE2683ACE}"/>
          </ac:spMkLst>
        </pc:spChg>
        <pc:spChg chg="add mod">
          <ac:chgData name="Scruel Tao" userId="5ea5c98d59b44d4b" providerId="LiveId" clId="{42F73B06-DA81-4C67-8473-07E158E9C79B}" dt="2023-04-25T03:22:58.685" v="884" actId="1035"/>
          <ac:spMkLst>
            <pc:docMk/>
            <pc:sldMk cId="3636494425" sldId="258"/>
            <ac:spMk id="41" creationId="{A65C9C38-D9D4-4ECA-E1D0-6FE80D1FC8CB}"/>
          </ac:spMkLst>
        </pc:spChg>
        <pc:spChg chg="add mod">
          <ac:chgData name="Scruel Tao" userId="5ea5c98d59b44d4b" providerId="LiveId" clId="{42F73B06-DA81-4C67-8473-07E158E9C79B}" dt="2023-04-25T03:22:58.685" v="884" actId="1035"/>
          <ac:spMkLst>
            <pc:docMk/>
            <pc:sldMk cId="3636494425" sldId="258"/>
            <ac:spMk id="42" creationId="{7E3B9975-3062-8002-8685-35899B3AFCA8}"/>
          </ac:spMkLst>
        </pc:spChg>
        <pc:spChg chg="add mod">
          <ac:chgData name="Scruel Tao" userId="5ea5c98d59b44d4b" providerId="LiveId" clId="{42F73B06-DA81-4C67-8473-07E158E9C79B}" dt="2023-04-25T03:22:58.685" v="884" actId="1035"/>
          <ac:spMkLst>
            <pc:docMk/>
            <pc:sldMk cId="3636494425" sldId="258"/>
            <ac:spMk id="43" creationId="{3785958C-CD18-CC2E-9E0C-55A294D2F859}"/>
          </ac:spMkLst>
        </pc:spChg>
        <pc:spChg chg="add mod">
          <ac:chgData name="Scruel Tao" userId="5ea5c98d59b44d4b" providerId="LiveId" clId="{42F73B06-DA81-4C67-8473-07E158E9C79B}" dt="2023-04-25T03:22:58.685" v="884" actId="1035"/>
          <ac:spMkLst>
            <pc:docMk/>
            <pc:sldMk cId="3636494425" sldId="258"/>
            <ac:spMk id="44" creationId="{36F07874-9C56-D8E0-B1BA-7BCD3E1F71C9}"/>
          </ac:spMkLst>
        </pc:spChg>
        <pc:spChg chg="add mod">
          <ac:chgData name="Scruel Tao" userId="5ea5c98d59b44d4b" providerId="LiveId" clId="{42F73B06-DA81-4C67-8473-07E158E9C79B}" dt="2023-04-25T03:22:58.685" v="884" actId="1035"/>
          <ac:spMkLst>
            <pc:docMk/>
            <pc:sldMk cId="3636494425" sldId="258"/>
            <ac:spMk id="45" creationId="{D7E44A64-E568-6693-3D25-7CD2C9426109}"/>
          </ac:spMkLst>
        </pc:spChg>
        <pc:spChg chg="add mod">
          <ac:chgData name="Scruel Tao" userId="5ea5c98d59b44d4b" providerId="LiveId" clId="{42F73B06-DA81-4C67-8473-07E158E9C79B}" dt="2023-04-25T03:22:58.685" v="884" actId="1035"/>
          <ac:spMkLst>
            <pc:docMk/>
            <pc:sldMk cId="3636494425" sldId="258"/>
            <ac:spMk id="46" creationId="{0E1909D8-1601-DFB5-56B3-16A56AE6AFE9}"/>
          </ac:spMkLst>
        </pc:spChg>
        <pc:spChg chg="add del mod">
          <ac:chgData name="Scruel Tao" userId="5ea5c98d59b44d4b" providerId="LiveId" clId="{42F73B06-DA81-4C67-8473-07E158E9C79B}" dt="2023-04-25T03:14:09.423" v="612" actId="21"/>
          <ac:spMkLst>
            <pc:docMk/>
            <pc:sldMk cId="3636494425" sldId="258"/>
            <ac:spMk id="47" creationId="{7AD1E3F2-059C-C35B-5426-0E689F8B2312}"/>
          </ac:spMkLst>
        </pc:spChg>
        <pc:spChg chg="add mod">
          <ac:chgData name="Scruel Tao" userId="5ea5c98d59b44d4b" providerId="LiveId" clId="{42F73B06-DA81-4C67-8473-07E158E9C79B}" dt="2023-04-25T03:22:58.685" v="884" actId="1035"/>
          <ac:spMkLst>
            <pc:docMk/>
            <pc:sldMk cId="3636494425" sldId="258"/>
            <ac:spMk id="48" creationId="{8EF70B6C-10AB-C9E2-0ADD-90E337F914E7}"/>
          </ac:spMkLst>
        </pc:spChg>
        <pc:spChg chg="add mod">
          <ac:chgData name="Scruel Tao" userId="5ea5c98d59b44d4b" providerId="LiveId" clId="{42F73B06-DA81-4C67-8473-07E158E9C79B}" dt="2023-04-25T03:22:58.685" v="884" actId="1035"/>
          <ac:spMkLst>
            <pc:docMk/>
            <pc:sldMk cId="3636494425" sldId="258"/>
            <ac:spMk id="49" creationId="{3FFE2D0F-D5D7-38F6-8079-091F446C324F}"/>
          </ac:spMkLst>
        </pc:spChg>
        <pc:spChg chg="add mod">
          <ac:chgData name="Scruel Tao" userId="5ea5c98d59b44d4b" providerId="LiveId" clId="{42F73B06-DA81-4C67-8473-07E158E9C79B}" dt="2023-04-25T03:22:58.685" v="884" actId="1035"/>
          <ac:spMkLst>
            <pc:docMk/>
            <pc:sldMk cId="3636494425" sldId="258"/>
            <ac:spMk id="50" creationId="{5BDF8FF3-017B-5699-11E7-C6538205D42B}"/>
          </ac:spMkLst>
        </pc:spChg>
        <pc:spChg chg="add mod">
          <ac:chgData name="Scruel Tao" userId="5ea5c98d59b44d4b" providerId="LiveId" clId="{42F73B06-DA81-4C67-8473-07E158E9C79B}" dt="2023-04-25T03:22:58.685" v="884" actId="1035"/>
          <ac:spMkLst>
            <pc:docMk/>
            <pc:sldMk cId="3636494425" sldId="258"/>
            <ac:spMk id="51" creationId="{49EA7185-A97F-ADA5-D08B-1F009E8A86D7}"/>
          </ac:spMkLst>
        </pc:spChg>
        <pc:spChg chg="add mod">
          <ac:chgData name="Scruel Tao" userId="5ea5c98d59b44d4b" providerId="LiveId" clId="{42F73B06-DA81-4C67-8473-07E158E9C79B}" dt="2023-04-25T03:22:58.685" v="884" actId="1035"/>
          <ac:spMkLst>
            <pc:docMk/>
            <pc:sldMk cId="3636494425" sldId="258"/>
            <ac:spMk id="52" creationId="{FC361533-57CD-8F96-1954-E552EFBCB02D}"/>
          </ac:spMkLst>
        </pc:spChg>
        <pc:spChg chg="add mod">
          <ac:chgData name="Scruel Tao" userId="5ea5c98d59b44d4b" providerId="LiveId" clId="{42F73B06-DA81-4C67-8473-07E158E9C79B}" dt="2023-04-25T03:22:58.685" v="884" actId="1035"/>
          <ac:spMkLst>
            <pc:docMk/>
            <pc:sldMk cId="3636494425" sldId="258"/>
            <ac:spMk id="53" creationId="{03FE0395-4FFA-4B43-7348-8A18CD05B3DC}"/>
          </ac:spMkLst>
        </pc:spChg>
        <pc:spChg chg="add mod">
          <ac:chgData name="Scruel Tao" userId="5ea5c98d59b44d4b" providerId="LiveId" clId="{42F73B06-DA81-4C67-8473-07E158E9C79B}" dt="2023-04-25T03:22:58.685" v="884" actId="1035"/>
          <ac:spMkLst>
            <pc:docMk/>
            <pc:sldMk cId="3636494425" sldId="258"/>
            <ac:spMk id="54" creationId="{A537EA06-6625-07C6-8C40-953BDD632EAB}"/>
          </ac:spMkLst>
        </pc:spChg>
        <pc:spChg chg="add mod">
          <ac:chgData name="Scruel Tao" userId="5ea5c98d59b44d4b" providerId="LiveId" clId="{42F73B06-DA81-4C67-8473-07E158E9C79B}" dt="2023-04-25T03:22:58.685" v="884" actId="1035"/>
          <ac:spMkLst>
            <pc:docMk/>
            <pc:sldMk cId="3636494425" sldId="258"/>
            <ac:spMk id="55" creationId="{2B12582F-6DD3-2038-D5C0-F941BCEE00B4}"/>
          </ac:spMkLst>
        </pc:spChg>
        <pc:spChg chg="add mod">
          <ac:chgData name="Scruel Tao" userId="5ea5c98d59b44d4b" providerId="LiveId" clId="{42F73B06-DA81-4C67-8473-07E158E9C79B}" dt="2023-04-25T03:22:58.685" v="884" actId="1035"/>
          <ac:spMkLst>
            <pc:docMk/>
            <pc:sldMk cId="3636494425" sldId="258"/>
            <ac:spMk id="56" creationId="{95372342-D86C-DC3A-B25D-EDA6C57C1B5B}"/>
          </ac:spMkLst>
        </pc:spChg>
        <pc:spChg chg="add mod">
          <ac:chgData name="Scruel Tao" userId="5ea5c98d59b44d4b" providerId="LiveId" clId="{42F73B06-DA81-4C67-8473-07E158E9C79B}" dt="2023-04-25T03:22:58.685" v="884" actId="1035"/>
          <ac:spMkLst>
            <pc:docMk/>
            <pc:sldMk cId="3636494425" sldId="258"/>
            <ac:spMk id="57" creationId="{12B59904-5CB1-2D40-ABE3-688B2D571D7C}"/>
          </ac:spMkLst>
        </pc:spChg>
        <pc:spChg chg="add mod">
          <ac:chgData name="Scruel Tao" userId="5ea5c98d59b44d4b" providerId="LiveId" clId="{42F73B06-DA81-4C67-8473-07E158E9C79B}" dt="2023-04-25T03:22:58.685" v="884" actId="1035"/>
          <ac:spMkLst>
            <pc:docMk/>
            <pc:sldMk cId="3636494425" sldId="258"/>
            <ac:spMk id="58" creationId="{744D1BA5-DCF5-C693-3ACD-4128848197F5}"/>
          </ac:spMkLst>
        </pc:spChg>
        <pc:spChg chg="add mod">
          <ac:chgData name="Scruel Tao" userId="5ea5c98d59b44d4b" providerId="LiveId" clId="{42F73B06-DA81-4C67-8473-07E158E9C79B}" dt="2023-04-25T03:22:58.685" v="884" actId="1035"/>
          <ac:spMkLst>
            <pc:docMk/>
            <pc:sldMk cId="3636494425" sldId="258"/>
            <ac:spMk id="59" creationId="{679C6DCA-93EF-C47E-B75E-7C7F1E9F94C4}"/>
          </ac:spMkLst>
        </pc:spChg>
        <pc:spChg chg="add mod">
          <ac:chgData name="Scruel Tao" userId="5ea5c98d59b44d4b" providerId="LiveId" clId="{42F73B06-DA81-4C67-8473-07E158E9C79B}" dt="2023-04-25T03:22:58.685" v="884" actId="1035"/>
          <ac:spMkLst>
            <pc:docMk/>
            <pc:sldMk cId="3636494425" sldId="258"/>
            <ac:spMk id="60" creationId="{3B2146D0-F7C3-DCE3-BE29-F363BFE08CA2}"/>
          </ac:spMkLst>
        </pc:spChg>
        <pc:spChg chg="add mod">
          <ac:chgData name="Scruel Tao" userId="5ea5c98d59b44d4b" providerId="LiveId" clId="{42F73B06-DA81-4C67-8473-07E158E9C79B}" dt="2023-04-25T04:03:31.110" v="1011" actId="1076"/>
          <ac:spMkLst>
            <pc:docMk/>
            <pc:sldMk cId="3636494425" sldId="258"/>
            <ac:spMk id="61" creationId="{26C3A082-A7FD-FD74-BECF-67FF073E8A45}"/>
          </ac:spMkLst>
        </pc:spChg>
        <pc:spChg chg="add mod">
          <ac:chgData name="Scruel Tao" userId="5ea5c98d59b44d4b" providerId="LiveId" clId="{42F73B06-DA81-4C67-8473-07E158E9C79B}" dt="2023-04-25T04:03:39.391" v="1014" actId="1076"/>
          <ac:spMkLst>
            <pc:docMk/>
            <pc:sldMk cId="3636494425" sldId="258"/>
            <ac:spMk id="62" creationId="{9FC2C471-7E85-A661-F5F3-551B20D19794}"/>
          </ac:spMkLst>
        </pc:spChg>
        <pc:spChg chg="add mod">
          <ac:chgData name="Scruel Tao" userId="5ea5c98d59b44d4b" providerId="LiveId" clId="{42F73B06-DA81-4C67-8473-07E158E9C79B}" dt="2023-04-25T04:03:19.805" v="1006" actId="1076"/>
          <ac:spMkLst>
            <pc:docMk/>
            <pc:sldMk cId="3636494425" sldId="258"/>
            <ac:spMk id="63" creationId="{77A5EEA3-B866-173F-23BF-6F01A8D0CEFE}"/>
          </ac:spMkLst>
        </pc:spChg>
        <pc:spChg chg="add mod">
          <ac:chgData name="Scruel Tao" userId="5ea5c98d59b44d4b" providerId="LiveId" clId="{42F73B06-DA81-4C67-8473-07E158E9C79B}" dt="2023-04-25T04:03:59.363" v="1017" actId="1076"/>
          <ac:spMkLst>
            <pc:docMk/>
            <pc:sldMk cId="3636494425" sldId="258"/>
            <ac:spMk id="64" creationId="{C984414B-E85A-0C51-1947-5EF04227CEFE}"/>
          </ac:spMkLst>
        </pc:spChg>
        <pc:spChg chg="add del mod">
          <ac:chgData name="Scruel Tao" userId="5ea5c98d59b44d4b" providerId="LiveId" clId="{42F73B06-DA81-4C67-8473-07E158E9C79B}" dt="2023-04-25T04:04:43.546" v="1073" actId="1076"/>
          <ac:spMkLst>
            <pc:docMk/>
            <pc:sldMk cId="3636494425" sldId="258"/>
            <ac:spMk id="65" creationId="{2CF429CA-16B1-CEDA-46DC-D37D290690D4}"/>
          </ac:spMkLst>
        </pc:spChg>
        <pc:spChg chg="add mod">
          <ac:chgData name="Scruel Tao" userId="5ea5c98d59b44d4b" providerId="LiveId" clId="{42F73B06-DA81-4C67-8473-07E158E9C79B}" dt="2023-04-25T04:15:36.300" v="1328" actId="2711"/>
          <ac:spMkLst>
            <pc:docMk/>
            <pc:sldMk cId="3636494425" sldId="258"/>
            <ac:spMk id="66" creationId="{983A5980-DFF1-C5D2-408C-E0485B57A0C0}"/>
          </ac:spMkLst>
        </pc:spChg>
        <pc:spChg chg="add mod">
          <ac:chgData name="Scruel Tao" userId="5ea5c98d59b44d4b" providerId="LiveId" clId="{42F73B06-DA81-4C67-8473-07E158E9C79B}" dt="2023-04-25T03:22:58.685" v="884" actId="1035"/>
          <ac:spMkLst>
            <pc:docMk/>
            <pc:sldMk cId="3636494425" sldId="258"/>
            <ac:spMk id="69" creationId="{80550B4F-EFB3-A7EC-B14D-B081DE9BA42B}"/>
          </ac:spMkLst>
        </pc:spChg>
        <pc:spChg chg="add del mod">
          <ac:chgData name="Scruel Tao" userId="5ea5c98d59b44d4b" providerId="LiveId" clId="{42F73B06-DA81-4C67-8473-07E158E9C79B}" dt="2023-04-25T04:14:46.122" v="1253"/>
          <ac:spMkLst>
            <pc:docMk/>
            <pc:sldMk cId="3636494425" sldId="258"/>
            <ac:spMk id="70" creationId="{8FD26C44-A566-6E98-AD97-3143525A0D1A}"/>
          </ac:spMkLst>
        </pc:spChg>
        <pc:spChg chg="add mod">
          <ac:chgData name="Scruel Tao" userId="5ea5c98d59b44d4b" providerId="LiveId" clId="{42F73B06-DA81-4C67-8473-07E158E9C79B}" dt="2023-04-25T04:15:45.148" v="1329" actId="20577"/>
          <ac:spMkLst>
            <pc:docMk/>
            <pc:sldMk cId="3636494425" sldId="258"/>
            <ac:spMk id="71" creationId="{67A30D04-38D0-D20E-4EE8-EE121DB259C0}"/>
          </ac:spMkLst>
        </pc:spChg>
        <pc:spChg chg="add del mod">
          <ac:chgData name="Scruel Tao" userId="5ea5c98d59b44d4b" providerId="LiveId" clId="{42F73B06-DA81-4C67-8473-07E158E9C79B}" dt="2023-04-25T04:46:05.667" v="2597" actId="21"/>
          <ac:spMkLst>
            <pc:docMk/>
            <pc:sldMk cId="3636494425" sldId="258"/>
            <ac:spMk id="73" creationId="{84DDD523-FA55-B2B2-276E-52F418F47C13}"/>
          </ac:spMkLst>
        </pc:spChg>
        <pc:picChg chg="del">
          <ac:chgData name="Scruel Tao" userId="5ea5c98d59b44d4b" providerId="LiveId" clId="{42F73B06-DA81-4C67-8473-07E158E9C79B}" dt="2023-04-25T03:10:54.140" v="585" actId="478"/>
          <ac:picMkLst>
            <pc:docMk/>
            <pc:sldMk cId="3636494425" sldId="258"/>
            <ac:picMk id="5" creationId="{C5E50AA4-F82C-6E14-E269-5451494306AE}"/>
          </ac:picMkLst>
        </pc:picChg>
        <pc:picChg chg="add del">
          <ac:chgData name="Scruel Tao" userId="5ea5c98d59b44d4b" providerId="LiveId" clId="{42F73B06-DA81-4C67-8473-07E158E9C79B}" dt="2023-04-25T03:10:56.658" v="587" actId="22"/>
          <ac:picMkLst>
            <pc:docMk/>
            <pc:sldMk cId="3636494425" sldId="258"/>
            <ac:picMk id="6" creationId="{4E201ED9-0F1A-8825-D720-1B2ECE3A082B}"/>
          </ac:picMkLst>
        </pc:picChg>
        <pc:picChg chg="add del">
          <ac:chgData name="Scruel Tao" userId="5ea5c98d59b44d4b" providerId="LiveId" clId="{42F73B06-DA81-4C67-8473-07E158E9C79B}" dt="2023-04-25T03:11:01.295" v="589" actId="22"/>
          <ac:picMkLst>
            <pc:docMk/>
            <pc:sldMk cId="3636494425" sldId="258"/>
            <ac:picMk id="8" creationId="{A5393E97-7327-273F-FFB8-059909458AA8}"/>
          </ac:picMkLst>
        </pc:picChg>
        <pc:picChg chg="add mod modCrop">
          <ac:chgData name="Scruel Tao" userId="5ea5c98d59b44d4b" providerId="LiveId" clId="{42F73B06-DA81-4C67-8473-07E158E9C79B}" dt="2023-04-25T03:22:58.685" v="884" actId="1035"/>
          <ac:picMkLst>
            <pc:docMk/>
            <pc:sldMk cId="3636494425" sldId="258"/>
            <ac:picMk id="68" creationId="{50E66276-9285-8541-5867-A74B28A14697}"/>
          </ac:picMkLst>
        </pc:picChg>
      </pc:sldChg>
      <pc:sldChg chg="addSp delSp modSp mod setBg">
        <pc:chgData name="Scruel Tao" userId="5ea5c98d59b44d4b" providerId="LiveId" clId="{42F73B06-DA81-4C67-8473-07E158E9C79B}" dt="2023-04-25T02:53:33.423" v="163" actId="1076"/>
        <pc:sldMkLst>
          <pc:docMk/>
          <pc:sldMk cId="0" sldId="260"/>
        </pc:sldMkLst>
        <pc:spChg chg="add mod">
          <ac:chgData name="Scruel Tao" userId="5ea5c98d59b44d4b" providerId="LiveId" clId="{42F73B06-DA81-4C67-8473-07E158E9C79B}" dt="2023-04-25T02:46:50.579" v="40" actId="14100"/>
          <ac:spMkLst>
            <pc:docMk/>
            <pc:sldMk cId="0" sldId="260"/>
            <ac:spMk id="3" creationId="{C8068F35-EF78-6218-F528-48E9ED924DF4}"/>
          </ac:spMkLst>
        </pc:spChg>
        <pc:spChg chg="mod">
          <ac:chgData name="Scruel Tao" userId="5ea5c98d59b44d4b" providerId="LiveId" clId="{42F73B06-DA81-4C67-8473-07E158E9C79B}" dt="2023-04-25T02:53:26.055" v="159" actId="1035"/>
          <ac:spMkLst>
            <pc:docMk/>
            <pc:sldMk cId="0" sldId="260"/>
            <ac:spMk id="1227783" creationId="{F7B3941E-B689-22D6-F18C-358E4BAEDF5F}"/>
          </ac:spMkLst>
        </pc:spChg>
        <pc:spChg chg="mod">
          <ac:chgData name="Scruel Tao" userId="5ea5c98d59b44d4b" providerId="LiveId" clId="{42F73B06-DA81-4C67-8473-07E158E9C79B}" dt="2023-04-25T02:53:33.423" v="163" actId="1076"/>
          <ac:spMkLst>
            <pc:docMk/>
            <pc:sldMk cId="0" sldId="260"/>
            <ac:spMk id="1227786" creationId="{C3F4DD20-8FA3-3CB0-19B6-FE0240B92A34}"/>
          </ac:spMkLst>
        </pc:spChg>
        <pc:picChg chg="del mod">
          <ac:chgData name="Scruel Tao" userId="5ea5c98d59b44d4b" providerId="LiveId" clId="{42F73B06-DA81-4C67-8473-07E158E9C79B}" dt="2023-04-25T02:46:16.950" v="32" actId="21"/>
          <ac:picMkLst>
            <pc:docMk/>
            <pc:sldMk cId="0" sldId="260"/>
            <ac:picMk id="4" creationId="{E03AF484-A892-E4D7-A8C4-A4C7AE20944E}"/>
          </ac:picMkLst>
        </pc:picChg>
        <pc:picChg chg="add del mod">
          <ac:chgData name="Scruel Tao" userId="5ea5c98d59b44d4b" providerId="LiveId" clId="{42F73B06-DA81-4C67-8473-07E158E9C79B}" dt="2023-04-25T02:51:04.016" v="96" actId="478"/>
          <ac:picMkLst>
            <pc:docMk/>
            <pc:sldMk cId="0" sldId="260"/>
            <ac:picMk id="6" creationId="{8F6BAC62-D56B-39BA-33C7-4611D64596BC}"/>
          </ac:picMkLst>
        </pc:picChg>
        <pc:picChg chg="add del mod">
          <ac:chgData name="Scruel Tao" userId="5ea5c98d59b44d4b" providerId="LiveId" clId="{42F73B06-DA81-4C67-8473-07E158E9C79B}" dt="2023-04-25T02:47:43.315" v="45" actId="21"/>
          <ac:picMkLst>
            <pc:docMk/>
            <pc:sldMk cId="0" sldId="260"/>
            <ac:picMk id="7" creationId="{C72527C3-67E6-8459-C50A-5CD316C89F12}"/>
          </ac:picMkLst>
        </pc:picChg>
        <pc:picChg chg="add del mod">
          <ac:chgData name="Scruel Tao" userId="5ea5c98d59b44d4b" providerId="LiveId" clId="{42F73B06-DA81-4C67-8473-07E158E9C79B}" dt="2023-04-25T02:50:45.954" v="93" actId="21"/>
          <ac:picMkLst>
            <pc:docMk/>
            <pc:sldMk cId="0" sldId="260"/>
            <ac:picMk id="9" creationId="{9C9D0ECD-1A79-8980-91B8-78E845B3174D}"/>
          </ac:picMkLst>
        </pc:picChg>
        <pc:picChg chg="add mod">
          <ac:chgData name="Scruel Tao" userId="5ea5c98d59b44d4b" providerId="LiveId" clId="{42F73B06-DA81-4C67-8473-07E158E9C79B}" dt="2023-04-25T02:52:07.147" v="148" actId="1035"/>
          <ac:picMkLst>
            <pc:docMk/>
            <pc:sldMk cId="0" sldId="260"/>
            <ac:picMk id="11" creationId="{4C6E84E5-1708-27F1-0BCD-1C6D65C46764}"/>
          </ac:picMkLst>
        </pc:picChg>
      </pc:sldChg>
      <pc:sldChg chg="modSp mod">
        <pc:chgData name="Scruel Tao" userId="5ea5c98d59b44d4b" providerId="LiveId" clId="{42F73B06-DA81-4C67-8473-07E158E9C79B}" dt="2023-04-25T04:33:58.711" v="1576" actId="13926"/>
        <pc:sldMkLst>
          <pc:docMk/>
          <pc:sldMk cId="3416507657" sldId="265"/>
        </pc:sldMkLst>
        <pc:spChg chg="mod">
          <ac:chgData name="Scruel Tao" userId="5ea5c98d59b44d4b" providerId="LiveId" clId="{42F73B06-DA81-4C67-8473-07E158E9C79B}" dt="2023-04-25T04:33:58.711" v="1576" actId="13926"/>
          <ac:spMkLst>
            <pc:docMk/>
            <pc:sldMk cId="3416507657" sldId="265"/>
            <ac:spMk id="5" creationId="{334FF01F-2A65-44F6-34F9-69AC934A31D7}"/>
          </ac:spMkLst>
        </pc:spChg>
      </pc:sldChg>
      <pc:sldChg chg="addSp delSp modSp mod">
        <pc:chgData name="Scruel Tao" userId="5ea5c98d59b44d4b" providerId="LiveId" clId="{42F73B06-DA81-4C67-8473-07E158E9C79B}" dt="2023-04-25T04:24:38.061" v="1389" actId="1076"/>
        <pc:sldMkLst>
          <pc:docMk/>
          <pc:sldMk cId="192831406" sldId="270"/>
        </pc:sldMkLst>
        <pc:picChg chg="add del mod">
          <ac:chgData name="Scruel Tao" userId="5ea5c98d59b44d4b" providerId="LiveId" clId="{42F73B06-DA81-4C67-8473-07E158E9C79B}" dt="2023-04-25T04:24:24.360" v="1384" actId="478"/>
          <ac:picMkLst>
            <pc:docMk/>
            <pc:sldMk cId="192831406" sldId="270"/>
            <ac:picMk id="4" creationId="{BA240ED0-0734-A001-F383-C18129C3CB90}"/>
          </ac:picMkLst>
        </pc:picChg>
        <pc:picChg chg="add mod">
          <ac:chgData name="Scruel Tao" userId="5ea5c98d59b44d4b" providerId="LiveId" clId="{42F73B06-DA81-4C67-8473-07E158E9C79B}" dt="2023-04-25T04:24:38.061" v="1389" actId="1076"/>
          <ac:picMkLst>
            <pc:docMk/>
            <pc:sldMk cId="192831406" sldId="270"/>
            <ac:picMk id="7" creationId="{1CAC3588-E08A-3D80-6CFF-0894136F15D6}"/>
          </ac:picMkLst>
        </pc:picChg>
        <pc:picChg chg="mod">
          <ac:chgData name="Scruel Tao" userId="5ea5c98d59b44d4b" providerId="LiveId" clId="{42F73B06-DA81-4C67-8473-07E158E9C79B}" dt="2023-04-25T04:23:22.248" v="1378" actId="1076"/>
          <ac:picMkLst>
            <pc:docMk/>
            <pc:sldMk cId="192831406" sldId="270"/>
            <ac:picMk id="10" creationId="{ED7D2C24-3911-466C-3E76-669FC1671250}"/>
          </ac:picMkLst>
        </pc:picChg>
        <pc:picChg chg="del mod">
          <ac:chgData name="Scruel Tao" userId="5ea5c98d59b44d4b" providerId="LiveId" clId="{42F73B06-DA81-4C67-8473-07E158E9C79B}" dt="2023-04-25T04:23:48.612" v="1379" actId="478"/>
          <ac:picMkLst>
            <pc:docMk/>
            <pc:sldMk cId="192831406" sldId="270"/>
            <ac:picMk id="12" creationId="{A8B42638-E2EC-8913-3326-65DFC6BFA414}"/>
          </ac:picMkLst>
        </pc:picChg>
      </pc:sldChg>
      <pc:sldChg chg="addSp delSp modSp mod delAnim modAnim">
        <pc:chgData name="Scruel Tao" userId="5ea5c98d59b44d4b" providerId="LiveId" clId="{42F73B06-DA81-4C67-8473-07E158E9C79B}" dt="2023-04-25T04:29:20.121" v="1450"/>
        <pc:sldMkLst>
          <pc:docMk/>
          <pc:sldMk cId="1301849154" sldId="273"/>
        </pc:sldMkLst>
        <pc:spChg chg="mod">
          <ac:chgData name="Scruel Tao" userId="5ea5c98d59b44d4b" providerId="LiveId" clId="{42F73B06-DA81-4C67-8473-07E158E9C79B}" dt="2023-04-25T04:25:53.804" v="1402" actId="1076"/>
          <ac:spMkLst>
            <pc:docMk/>
            <pc:sldMk cId="1301849154" sldId="273"/>
            <ac:spMk id="2" creationId="{ABA783DF-49A6-7EF1-661E-C574E2C2F386}"/>
          </ac:spMkLst>
        </pc:spChg>
        <pc:spChg chg="mod">
          <ac:chgData name="Scruel Tao" userId="5ea5c98d59b44d4b" providerId="LiveId" clId="{42F73B06-DA81-4C67-8473-07E158E9C79B}" dt="2023-04-25T04:16:41.089" v="1348" actId="20577"/>
          <ac:spMkLst>
            <pc:docMk/>
            <pc:sldMk cId="1301849154" sldId="273"/>
            <ac:spMk id="5" creationId="{334FF01F-2A65-44F6-34F9-69AC934A31D7}"/>
          </ac:spMkLst>
        </pc:spChg>
        <pc:spChg chg="add del mod">
          <ac:chgData name="Scruel Tao" userId="5ea5c98d59b44d4b" providerId="LiveId" clId="{42F73B06-DA81-4C67-8473-07E158E9C79B}" dt="2023-04-25T04:16:25.041" v="1337" actId="478"/>
          <ac:spMkLst>
            <pc:docMk/>
            <pc:sldMk cId="1301849154" sldId="273"/>
            <ac:spMk id="6" creationId="{D379A5A2-B7F4-7CE4-82E1-ED8CB1E0E7F0}"/>
          </ac:spMkLst>
        </pc:spChg>
        <pc:picChg chg="del">
          <ac:chgData name="Scruel Tao" userId="5ea5c98d59b44d4b" providerId="LiveId" clId="{42F73B06-DA81-4C67-8473-07E158E9C79B}" dt="2023-04-25T04:16:06.231" v="1332" actId="21"/>
          <ac:picMkLst>
            <pc:docMk/>
            <pc:sldMk cId="1301849154" sldId="273"/>
            <ac:picMk id="4" creationId="{0A002240-4414-DA2D-96E9-81195475F4D9}"/>
          </ac:picMkLst>
        </pc:picChg>
        <pc:picChg chg="del mod">
          <ac:chgData name="Scruel Tao" userId="5ea5c98d59b44d4b" providerId="LiveId" clId="{42F73B06-DA81-4C67-8473-07E158E9C79B}" dt="2023-04-25T04:22:09.009" v="1373" actId="478"/>
          <ac:picMkLst>
            <pc:docMk/>
            <pc:sldMk cId="1301849154" sldId="273"/>
            <ac:picMk id="7" creationId="{039AB04D-EA90-8BDD-A9C6-599C7C25DC63}"/>
          </ac:picMkLst>
        </pc:picChg>
        <pc:picChg chg="add mod">
          <ac:chgData name="Scruel Tao" userId="5ea5c98d59b44d4b" providerId="LiveId" clId="{42F73B06-DA81-4C67-8473-07E158E9C79B}" dt="2023-04-25T04:28:10.588" v="1434" actId="14100"/>
          <ac:picMkLst>
            <pc:docMk/>
            <pc:sldMk cId="1301849154" sldId="273"/>
            <ac:picMk id="9" creationId="{856C34C2-C1AC-15ED-2698-F7795C446412}"/>
          </ac:picMkLst>
        </pc:picChg>
        <pc:picChg chg="del">
          <ac:chgData name="Scruel Tao" userId="5ea5c98d59b44d4b" providerId="LiveId" clId="{42F73B06-DA81-4C67-8473-07E158E9C79B}" dt="2023-04-25T04:16:04.918" v="1331" actId="21"/>
          <ac:picMkLst>
            <pc:docMk/>
            <pc:sldMk cId="1301849154" sldId="273"/>
            <ac:picMk id="11" creationId="{F56CF5C9-083E-9020-8D45-F23AB3CF38CE}"/>
          </ac:picMkLst>
        </pc:picChg>
        <pc:picChg chg="add mod">
          <ac:chgData name="Scruel Tao" userId="5ea5c98d59b44d4b" providerId="LiveId" clId="{42F73B06-DA81-4C67-8473-07E158E9C79B}" dt="2023-04-25T04:28:14.645" v="1435" actId="14100"/>
          <ac:picMkLst>
            <pc:docMk/>
            <pc:sldMk cId="1301849154" sldId="273"/>
            <ac:picMk id="12" creationId="{2335BBB0-B3B7-E025-7233-A20DDD1960BD}"/>
          </ac:picMkLst>
        </pc:picChg>
        <pc:picChg chg="add mod">
          <ac:chgData name="Scruel Tao" userId="5ea5c98d59b44d4b" providerId="LiveId" clId="{42F73B06-DA81-4C67-8473-07E158E9C79B}" dt="2023-04-25T04:28:18.732" v="1436" actId="14100"/>
          <ac:picMkLst>
            <pc:docMk/>
            <pc:sldMk cId="1301849154" sldId="273"/>
            <ac:picMk id="14" creationId="{8F029D3B-108E-907E-31CE-8D6B0831DC14}"/>
          </ac:picMkLst>
        </pc:picChg>
      </pc:sldChg>
      <pc:sldChg chg="modSp modAnim">
        <pc:chgData name="Scruel Tao" userId="5ea5c98d59b44d4b" providerId="LiveId" clId="{42F73B06-DA81-4C67-8473-07E158E9C79B}" dt="2023-04-25T04:33:38.940" v="1574" actId="20578"/>
        <pc:sldMkLst>
          <pc:docMk/>
          <pc:sldMk cId="1525970791" sldId="275"/>
        </pc:sldMkLst>
        <pc:spChg chg="mod">
          <ac:chgData name="Scruel Tao" userId="5ea5c98d59b44d4b" providerId="LiveId" clId="{42F73B06-DA81-4C67-8473-07E158E9C79B}" dt="2023-04-25T04:33:36.991" v="1573" actId="20578"/>
          <ac:spMkLst>
            <pc:docMk/>
            <pc:sldMk cId="1525970791" sldId="275"/>
            <ac:spMk id="5" creationId="{334FF01F-2A65-44F6-34F9-69AC934A31D7}"/>
          </ac:spMkLst>
        </pc:spChg>
      </pc:sldChg>
      <pc:sldChg chg="modSp add mod modAnim modNotesTx">
        <pc:chgData name="Scruel Tao" userId="5ea5c98d59b44d4b" providerId="LiveId" clId="{42F73B06-DA81-4C67-8473-07E158E9C79B}" dt="2023-04-25T04:43:34.245" v="2583" actId="20577"/>
        <pc:sldMkLst>
          <pc:docMk/>
          <pc:sldMk cId="1751565490" sldId="276"/>
        </pc:sldMkLst>
        <pc:spChg chg="mod">
          <ac:chgData name="Scruel Tao" userId="5ea5c98d59b44d4b" providerId="LiveId" clId="{42F73B06-DA81-4C67-8473-07E158E9C79B}" dt="2023-04-25T02:59:39.051" v="198" actId="20577"/>
          <ac:spMkLst>
            <pc:docMk/>
            <pc:sldMk cId="1751565490" sldId="276"/>
            <ac:spMk id="2" creationId="{ABA783DF-49A6-7EF1-661E-C574E2C2F386}"/>
          </ac:spMkLst>
        </pc:spChg>
        <pc:spChg chg="mod">
          <ac:chgData name="Scruel Tao" userId="5ea5c98d59b44d4b" providerId="LiveId" clId="{42F73B06-DA81-4C67-8473-07E158E9C79B}" dt="2023-04-25T04:43:34.245" v="2583" actId="20577"/>
          <ac:spMkLst>
            <pc:docMk/>
            <pc:sldMk cId="1751565490" sldId="276"/>
            <ac:spMk id="3" creationId="{9E0BA8B8-92DA-1AC9-79B9-A552D184BB54}"/>
          </ac:spMkLst>
        </pc:spChg>
      </pc:sldChg>
      <pc:sldChg chg="delSp modSp add del mod delAnim">
        <pc:chgData name="Scruel Tao" userId="5ea5c98d59b44d4b" providerId="LiveId" clId="{42F73B06-DA81-4C67-8473-07E158E9C79B}" dt="2023-04-25T04:28:31.173" v="1437" actId="47"/>
        <pc:sldMkLst>
          <pc:docMk/>
          <pc:sldMk cId="1867533738" sldId="277"/>
        </pc:sldMkLst>
        <pc:picChg chg="mod">
          <ac:chgData name="Scruel Tao" userId="5ea5c98d59b44d4b" providerId="LiveId" clId="{42F73B06-DA81-4C67-8473-07E158E9C79B}" dt="2023-04-25T04:16:59.169" v="1350" actId="1076"/>
          <ac:picMkLst>
            <pc:docMk/>
            <pc:sldMk cId="1867533738" sldId="277"/>
            <ac:picMk id="4" creationId="{0A002240-4414-DA2D-96E9-81195475F4D9}"/>
          </ac:picMkLst>
        </pc:picChg>
        <pc:picChg chg="del mod">
          <ac:chgData name="Scruel Tao" userId="5ea5c98d59b44d4b" providerId="LiveId" clId="{42F73B06-DA81-4C67-8473-07E158E9C79B}" dt="2023-04-25T04:16:17.170" v="1335" actId="21"/>
          <ac:picMkLst>
            <pc:docMk/>
            <pc:sldMk cId="1867533738" sldId="277"/>
            <ac:picMk id="7" creationId="{039AB04D-EA90-8BDD-A9C6-599C7C25DC63}"/>
          </ac:picMkLst>
        </pc:picChg>
        <pc:picChg chg="mod">
          <ac:chgData name="Scruel Tao" userId="5ea5c98d59b44d4b" providerId="LiveId" clId="{42F73B06-DA81-4C67-8473-07E158E9C79B}" dt="2023-04-25T04:16:15.098" v="1333" actId="1076"/>
          <ac:picMkLst>
            <pc:docMk/>
            <pc:sldMk cId="1867533738" sldId="277"/>
            <ac:picMk id="11" creationId="{F56CF5C9-083E-9020-8D45-F23AB3CF38CE}"/>
          </ac:picMkLst>
        </pc:picChg>
      </pc:sldChg>
      <pc:sldChg chg="delSp modSp add del mod ord delAnim modAnim">
        <pc:chgData name="Scruel Tao" userId="5ea5c98d59b44d4b" providerId="LiveId" clId="{42F73B06-DA81-4C67-8473-07E158E9C79B}" dt="2023-04-25T04:28:33.324" v="1438" actId="47"/>
        <pc:sldMkLst>
          <pc:docMk/>
          <pc:sldMk cId="652576724" sldId="278"/>
        </pc:sldMkLst>
        <pc:spChg chg="mod">
          <ac:chgData name="Scruel Tao" userId="5ea5c98d59b44d4b" providerId="LiveId" clId="{42F73B06-DA81-4C67-8473-07E158E9C79B}" dt="2023-04-25T04:18:00.412" v="1369" actId="1076"/>
          <ac:spMkLst>
            <pc:docMk/>
            <pc:sldMk cId="652576724" sldId="278"/>
            <ac:spMk id="5" creationId="{334FF01F-2A65-44F6-34F9-69AC934A31D7}"/>
          </ac:spMkLst>
        </pc:spChg>
        <pc:picChg chg="mod">
          <ac:chgData name="Scruel Tao" userId="5ea5c98d59b44d4b" providerId="LiveId" clId="{42F73B06-DA81-4C67-8473-07E158E9C79B}" dt="2023-04-25T04:18:10.404" v="1371" actId="1076"/>
          <ac:picMkLst>
            <pc:docMk/>
            <pc:sldMk cId="652576724" sldId="278"/>
            <ac:picMk id="4" creationId="{0A002240-4414-DA2D-96E9-81195475F4D9}"/>
          </ac:picMkLst>
        </pc:picChg>
        <pc:picChg chg="del">
          <ac:chgData name="Scruel Tao" userId="5ea5c98d59b44d4b" providerId="LiveId" clId="{42F73B06-DA81-4C67-8473-07E158E9C79B}" dt="2023-04-25T04:17:14.096" v="1359" actId="478"/>
          <ac:picMkLst>
            <pc:docMk/>
            <pc:sldMk cId="652576724" sldId="278"/>
            <ac:picMk id="11" creationId="{F56CF5C9-083E-9020-8D45-F23AB3CF38CE}"/>
          </ac:picMkLst>
        </pc:picChg>
      </pc:sldChg>
      <pc:sldMasterChg chg="modSldLayout">
        <pc:chgData name="Scruel Tao" userId="5ea5c98d59b44d4b" providerId="LiveId" clId="{42F73B06-DA81-4C67-8473-07E158E9C79B}" dt="2023-04-25T04:46:11.808" v="2598" actId="21"/>
        <pc:sldMasterMkLst>
          <pc:docMk/>
          <pc:sldMasterMk cId="1766057859" sldId="2147483648"/>
        </pc:sldMasterMkLst>
        <pc:sldLayoutChg chg="addSp delSp modSp mod">
          <pc:chgData name="Scruel Tao" userId="5ea5c98d59b44d4b" providerId="LiveId" clId="{42F73B06-DA81-4C67-8473-07E158E9C79B}" dt="2023-04-25T04:46:11.808" v="2598" actId="21"/>
          <pc:sldLayoutMkLst>
            <pc:docMk/>
            <pc:sldMasterMk cId="1766057859" sldId="2147483648"/>
            <pc:sldLayoutMk cId="2116765151" sldId="2147483650"/>
          </pc:sldLayoutMkLst>
          <pc:spChg chg="mod">
            <ac:chgData name="Scruel Tao" userId="5ea5c98d59b44d4b" providerId="LiveId" clId="{42F73B06-DA81-4C67-8473-07E158E9C79B}" dt="2023-04-25T03:04:17.371" v="475" actId="1036"/>
            <ac:spMkLst>
              <pc:docMk/>
              <pc:sldMasterMk cId="1766057859" sldId="2147483648"/>
              <pc:sldLayoutMk cId="2116765151" sldId="2147483650"/>
              <ac:spMk id="2" creationId="{9556AB55-80C6-28AF-0C73-3819184EC6FC}"/>
            </ac:spMkLst>
          </pc:spChg>
          <pc:spChg chg="mod">
            <ac:chgData name="Scruel Tao" userId="5ea5c98d59b44d4b" providerId="LiveId" clId="{42F73B06-DA81-4C67-8473-07E158E9C79B}" dt="2023-04-25T03:04:19.618" v="480" actId="1036"/>
            <ac:spMkLst>
              <pc:docMk/>
              <pc:sldMasterMk cId="1766057859" sldId="2147483648"/>
              <pc:sldLayoutMk cId="2116765151" sldId="2147483650"/>
              <ac:spMk id="3" creationId="{9C7469E7-ED7E-A1F2-48AF-DF31AAC06407}"/>
            </ac:spMkLst>
          </pc:spChg>
          <pc:spChg chg="add mod">
            <ac:chgData name="Scruel Tao" userId="5ea5c98d59b44d4b" providerId="LiveId" clId="{42F73B06-DA81-4C67-8473-07E158E9C79B}" dt="2023-04-25T02:54:57.108" v="167"/>
            <ac:spMkLst>
              <pc:docMk/>
              <pc:sldMasterMk cId="1766057859" sldId="2147483648"/>
              <pc:sldLayoutMk cId="2116765151" sldId="2147483650"/>
              <ac:spMk id="7" creationId="{CC508A81-C1C7-B1D4-63BC-4C397A9B30DA}"/>
            </ac:spMkLst>
          </pc:spChg>
          <pc:spChg chg="add del mod">
            <ac:chgData name="Scruel Tao" userId="5ea5c98d59b44d4b" providerId="LiveId" clId="{42F73B06-DA81-4C67-8473-07E158E9C79B}" dt="2023-04-25T04:46:11.808" v="2598" actId="21"/>
            <ac:spMkLst>
              <pc:docMk/>
              <pc:sldMasterMk cId="1766057859" sldId="2147483648"/>
              <pc:sldLayoutMk cId="2116765151" sldId="2147483650"/>
              <ac:spMk id="8" creationId="{7937C967-209E-6EA9-70B0-A293E9C7384E}"/>
            </ac:spMkLst>
          </pc:spChg>
        </pc:sldLayoutChg>
        <pc:sldLayoutChg chg="addSp modSp mod">
          <pc:chgData name="Scruel Tao" userId="5ea5c98d59b44d4b" providerId="LiveId" clId="{42F73B06-DA81-4C67-8473-07E158E9C79B}" dt="2023-04-25T03:04:13.005" v="473" actId="1036"/>
          <pc:sldLayoutMkLst>
            <pc:docMk/>
            <pc:sldMasterMk cId="1766057859" sldId="2147483648"/>
            <pc:sldLayoutMk cId="2296489930" sldId="2147483652"/>
          </pc:sldLayoutMkLst>
          <pc:spChg chg="mod">
            <ac:chgData name="Scruel Tao" userId="5ea5c98d59b44d4b" providerId="LiveId" clId="{42F73B06-DA81-4C67-8473-07E158E9C79B}" dt="2023-04-25T03:04:09.093" v="469" actId="1036"/>
            <ac:spMkLst>
              <pc:docMk/>
              <pc:sldMasterMk cId="1766057859" sldId="2147483648"/>
              <pc:sldLayoutMk cId="2296489930" sldId="2147483652"/>
              <ac:spMk id="2" creationId="{CC2F2AEB-03A9-6F28-C6C8-209647EB94BF}"/>
            </ac:spMkLst>
          </pc:spChg>
          <pc:spChg chg="mod">
            <ac:chgData name="Scruel Tao" userId="5ea5c98d59b44d4b" providerId="LiveId" clId="{42F73B06-DA81-4C67-8473-07E158E9C79B}" dt="2023-04-25T03:04:11.009" v="471" actId="1036"/>
            <ac:spMkLst>
              <pc:docMk/>
              <pc:sldMasterMk cId="1766057859" sldId="2147483648"/>
              <pc:sldLayoutMk cId="2296489930" sldId="2147483652"/>
              <ac:spMk id="3" creationId="{FA361A1F-DD24-D4DC-FDF8-14089EDC7CAD}"/>
            </ac:spMkLst>
          </pc:spChg>
          <pc:spChg chg="mod">
            <ac:chgData name="Scruel Tao" userId="5ea5c98d59b44d4b" providerId="LiveId" clId="{42F73B06-DA81-4C67-8473-07E158E9C79B}" dt="2023-04-25T03:04:13.005" v="473" actId="1036"/>
            <ac:spMkLst>
              <pc:docMk/>
              <pc:sldMasterMk cId="1766057859" sldId="2147483648"/>
              <pc:sldLayoutMk cId="2296489930" sldId="2147483652"/>
              <ac:spMk id="4" creationId="{F7656781-5A02-AEE4-2F0C-71BC7C17E38F}"/>
            </ac:spMkLst>
          </pc:spChg>
          <pc:spChg chg="add mod">
            <ac:chgData name="Scruel Tao" userId="5ea5c98d59b44d4b" providerId="LiveId" clId="{42F73B06-DA81-4C67-8473-07E158E9C79B}" dt="2023-04-25T02:54:08.050" v="166"/>
            <ac:spMkLst>
              <pc:docMk/>
              <pc:sldMasterMk cId="1766057859" sldId="2147483648"/>
              <pc:sldLayoutMk cId="2296489930" sldId="2147483652"/>
              <ac:spMk id="8" creationId="{C5A5C420-1B53-618C-C968-A8FEF109459A}"/>
            </ac:spMkLst>
          </pc:spChg>
        </pc:sldLayoutChg>
        <pc:sldLayoutChg chg="delSp">
          <pc:chgData name="Scruel Tao" userId="5ea5c98d59b44d4b" providerId="LiveId" clId="{42F73B06-DA81-4C67-8473-07E158E9C79B}" dt="2023-04-25T02:47:33.665" v="42" actId="21"/>
          <pc:sldLayoutMkLst>
            <pc:docMk/>
            <pc:sldMasterMk cId="1766057859" sldId="2147483648"/>
            <pc:sldLayoutMk cId="1337634028" sldId="2147483660"/>
          </pc:sldLayoutMkLst>
          <pc:picChg chg="del">
            <ac:chgData name="Scruel Tao" userId="5ea5c98d59b44d4b" providerId="LiveId" clId="{42F73B06-DA81-4C67-8473-07E158E9C79B}" dt="2023-04-25T02:47:33.665" v="42" actId="21"/>
            <ac:picMkLst>
              <pc:docMk/>
              <pc:sldMasterMk cId="1766057859" sldId="2147483648"/>
              <pc:sldLayoutMk cId="1337634028" sldId="2147483660"/>
              <ac:picMk id="19482" creationId="{8F2B9C9A-7CA4-5723-784E-DBADCF09186B}"/>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65EBAEA-6632-7E81-8436-830E6D2234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6AA81A91-12D1-824D-ADFF-5D5FBB8F6CB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7E1972-C479-4420-A687-8FB83BA90DEB}" type="datetimeFigureOut">
              <a:rPr lang="zh-CN" altLang="en-US" smtClean="0"/>
              <a:t>2024/10/8</a:t>
            </a:fld>
            <a:endParaRPr lang="zh-CN" altLang="en-US"/>
          </a:p>
        </p:txBody>
      </p:sp>
      <p:sp>
        <p:nvSpPr>
          <p:cNvPr id="4" name="页脚占位符 3">
            <a:extLst>
              <a:ext uri="{FF2B5EF4-FFF2-40B4-BE49-F238E27FC236}">
                <a16:creationId xmlns:a16="http://schemas.microsoft.com/office/drawing/2014/main" id="{65C49648-B935-1970-3261-748199070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41E7B1C-9405-A617-3D20-18665B94A8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DFD17D-6499-4907-B002-36969A876FEF}" type="slidenum">
              <a:rPr lang="zh-CN" altLang="en-US" smtClean="0"/>
              <a:t>‹#›</a:t>
            </a:fld>
            <a:endParaRPr lang="zh-CN" altLang="en-US"/>
          </a:p>
        </p:txBody>
      </p:sp>
    </p:spTree>
    <p:extLst>
      <p:ext uri="{BB962C8B-B14F-4D97-AF65-F5344CB8AC3E}">
        <p14:creationId xmlns:p14="http://schemas.microsoft.com/office/powerpoint/2010/main" val="4137133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B7AB8D-BCC0-43C6-B24C-055A25DB558F}" type="datetimeFigureOut">
              <a:rPr lang="zh-CN" altLang="en-US" smtClean="0"/>
              <a:t>2024/10/8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1CBA2-7C9E-4AD6-B258-A0DB055BB3AF}" type="slidenum">
              <a:rPr lang="zh-CN" altLang="en-US" smtClean="0"/>
              <a:t>‹#›</a:t>
            </a:fld>
            <a:endParaRPr lang="zh-CN" altLang="en-US"/>
          </a:p>
        </p:txBody>
      </p:sp>
    </p:spTree>
    <p:extLst>
      <p:ext uri="{BB962C8B-B14F-4D97-AF65-F5344CB8AC3E}">
        <p14:creationId xmlns:p14="http://schemas.microsoft.com/office/powerpoint/2010/main" val="2281333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1</a:t>
            </a:fld>
            <a:endParaRPr lang="zh-CN" altLang="en-US"/>
          </a:p>
        </p:txBody>
      </p:sp>
    </p:spTree>
    <p:extLst>
      <p:ext uri="{BB962C8B-B14F-4D97-AF65-F5344CB8AC3E}">
        <p14:creationId xmlns:p14="http://schemas.microsoft.com/office/powerpoint/2010/main" val="3162751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a:t>
            </a:r>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2</a:t>
            </a:fld>
            <a:endParaRPr lang="zh-CN" altLang="en-US"/>
          </a:p>
        </p:txBody>
      </p:sp>
    </p:spTree>
    <p:extLst>
      <p:ext uri="{BB962C8B-B14F-4D97-AF65-F5344CB8AC3E}">
        <p14:creationId xmlns:p14="http://schemas.microsoft.com/office/powerpoint/2010/main" val="574907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3</a:t>
            </a:fld>
            <a:endParaRPr lang="zh-CN" altLang="en-US"/>
          </a:p>
        </p:txBody>
      </p:sp>
    </p:spTree>
    <p:extLst>
      <p:ext uri="{BB962C8B-B14F-4D97-AF65-F5344CB8AC3E}">
        <p14:creationId xmlns:p14="http://schemas.microsoft.com/office/powerpoint/2010/main" val="2043634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4</a:t>
            </a:fld>
            <a:endParaRPr lang="zh-CN" altLang="en-US"/>
          </a:p>
        </p:txBody>
      </p:sp>
    </p:spTree>
    <p:extLst>
      <p:ext uri="{BB962C8B-B14F-4D97-AF65-F5344CB8AC3E}">
        <p14:creationId xmlns:p14="http://schemas.microsoft.com/office/powerpoint/2010/main" val="1050722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5</a:t>
            </a:fld>
            <a:endParaRPr lang="zh-CN" altLang="en-US"/>
          </a:p>
        </p:txBody>
      </p:sp>
    </p:spTree>
    <p:extLst>
      <p:ext uri="{BB962C8B-B14F-4D97-AF65-F5344CB8AC3E}">
        <p14:creationId xmlns:p14="http://schemas.microsoft.com/office/powerpoint/2010/main" val="787474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11</a:t>
            </a:fld>
            <a:endParaRPr lang="zh-CN" altLang="en-US"/>
          </a:p>
        </p:txBody>
      </p:sp>
    </p:spTree>
    <p:extLst>
      <p:ext uri="{BB962C8B-B14F-4D97-AF65-F5344CB8AC3E}">
        <p14:creationId xmlns:p14="http://schemas.microsoft.com/office/powerpoint/2010/main" val="2270527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BBA575-D5C0-793D-9EB5-4BF72F6131B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A8BA9DE-7463-5426-C089-D5DE20F13E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BEDBAF9-43D9-31CF-C11D-5BD95965296E}"/>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25927729-5DE1-5955-BE9F-8F11B120EB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A15336-B2A9-DF29-984F-2A88271D0A0C}"/>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2187492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6AB55-80C6-28AF-0C73-3819184EC6FC}"/>
              </a:ext>
            </a:extLst>
          </p:cNvPr>
          <p:cNvSpPr>
            <a:spLocks noGrp="1"/>
          </p:cNvSpPr>
          <p:nvPr>
            <p:ph type="title"/>
          </p:nvPr>
        </p:nvSpPr>
        <p:spPr>
          <a:xfrm>
            <a:off x="838200" y="707162"/>
            <a:ext cx="10515600" cy="1009651"/>
          </a:xfrm>
        </p:spPr>
        <p:txBody>
          <a:bodyPr/>
          <a:lstStyle>
            <a:lvl1pPr>
              <a:defRPr baseline="0">
                <a:effectLst>
                  <a:outerShdw blurRad="38100" dist="38100" dir="2700000" algn="tl">
                    <a:srgbClr val="000000">
                      <a:alpha val="43137"/>
                    </a:srgbClr>
                  </a:outerShdw>
                </a:effectLst>
                <a:latin typeface="Arial Black" panose="020B0A04020102020204" pitchFamily="34" charset="0"/>
                <a:ea typeface="华文琥珀" panose="02010800040101010101" pitchFamily="2"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9C7469E7-ED7E-A1F2-48AF-DF31AAC06407}"/>
              </a:ext>
            </a:extLst>
          </p:cNvPr>
          <p:cNvSpPr>
            <a:spLocks noGrp="1"/>
          </p:cNvSpPr>
          <p:nvPr>
            <p:ph idx="1"/>
          </p:nvPr>
        </p:nvSpPr>
        <p:spPr>
          <a:xfrm>
            <a:off x="838200" y="1890940"/>
            <a:ext cx="10515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BD54C8C0-B4E8-90DD-C729-FCF6095E7669}"/>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A3047B1A-DA23-745E-2167-51E340BD6A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4A8E2B-9E0B-8F82-47F1-FA59F47B7D9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
        <p:nvSpPr>
          <p:cNvPr id="8" name="矩形 7">
            <a:extLst>
              <a:ext uri="{FF2B5EF4-FFF2-40B4-BE49-F238E27FC236}">
                <a16:creationId xmlns:a16="http://schemas.microsoft.com/office/drawing/2014/main" id="{85CD0BD6-7E53-8C38-3FC6-4399F3FA7741}"/>
              </a:ext>
            </a:extLst>
          </p:cNvPr>
          <p:cNvSpPr/>
          <p:nvPr userDrawn="1"/>
        </p:nvSpPr>
        <p:spPr>
          <a:xfrm>
            <a:off x="-14515" y="-14515"/>
            <a:ext cx="12206515" cy="527861"/>
          </a:xfrm>
          <a:prstGeom prst="rect">
            <a:avLst/>
          </a:prstGeom>
          <a:solidFill>
            <a:srgbClr val="008A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676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6EB28C-3F72-CDD3-5D16-1E16C588FC9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E9F744F-32A9-81DD-7628-9A7D74A23D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4A17AC9-4374-B422-869A-1EB4A4EA8738}"/>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CB04275A-E69C-15B3-1353-832AA7967C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532250-1E9E-9EED-08DA-B2FF0B617F47}"/>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87644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2F2AEB-03A9-6F28-C6C8-209647EB94BF}"/>
              </a:ext>
            </a:extLst>
          </p:cNvPr>
          <p:cNvSpPr>
            <a:spLocks noGrp="1"/>
          </p:cNvSpPr>
          <p:nvPr>
            <p:ph type="title"/>
          </p:nvPr>
        </p:nvSpPr>
        <p:spPr>
          <a:xfrm>
            <a:off x="838200" y="694100"/>
            <a:ext cx="10515600" cy="1009651"/>
          </a:xfrm>
        </p:spPr>
        <p:txBody>
          <a:bodyPr/>
          <a:lstStyle>
            <a:lvl1pPr>
              <a:defRPr baseline="0">
                <a:effectLst>
                  <a:outerShdw blurRad="38100" dist="38100" dir="2700000" algn="tl">
                    <a:srgbClr val="000000">
                      <a:alpha val="43137"/>
                    </a:srgbClr>
                  </a:outerShdw>
                </a:effectLst>
                <a:latin typeface="Arial Black" panose="020B0A04020102020204" pitchFamily="34" charset="0"/>
                <a:ea typeface="华文琥珀" panose="02010800040101010101" pitchFamily="2"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FA361A1F-DD24-D4DC-FDF8-14089EDC7CAD}"/>
              </a:ext>
            </a:extLst>
          </p:cNvPr>
          <p:cNvSpPr>
            <a:spLocks noGrp="1"/>
          </p:cNvSpPr>
          <p:nvPr>
            <p:ph sz="half" idx="1"/>
          </p:nvPr>
        </p:nvSpPr>
        <p:spPr>
          <a:xfrm>
            <a:off x="838200" y="1904003"/>
            <a:ext cx="5181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a:extLst>
              <a:ext uri="{FF2B5EF4-FFF2-40B4-BE49-F238E27FC236}">
                <a16:creationId xmlns:a16="http://schemas.microsoft.com/office/drawing/2014/main" id="{F7656781-5A02-AEE4-2F0C-71BC7C17E38F}"/>
              </a:ext>
            </a:extLst>
          </p:cNvPr>
          <p:cNvSpPr>
            <a:spLocks noGrp="1"/>
          </p:cNvSpPr>
          <p:nvPr>
            <p:ph sz="half" idx="2"/>
          </p:nvPr>
        </p:nvSpPr>
        <p:spPr>
          <a:xfrm>
            <a:off x="6172200" y="1904003"/>
            <a:ext cx="5181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4">
            <a:extLst>
              <a:ext uri="{FF2B5EF4-FFF2-40B4-BE49-F238E27FC236}">
                <a16:creationId xmlns:a16="http://schemas.microsoft.com/office/drawing/2014/main" id="{EC676A6B-BD04-FC0B-7815-FDE87EE2B743}"/>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6" name="页脚占位符 5">
            <a:extLst>
              <a:ext uri="{FF2B5EF4-FFF2-40B4-BE49-F238E27FC236}">
                <a16:creationId xmlns:a16="http://schemas.microsoft.com/office/drawing/2014/main" id="{8105AC1A-94C4-EAEA-C62E-5815037B3F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08E0B6-FCF0-04E3-2DB1-08399460692A}"/>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
        <p:nvSpPr>
          <p:cNvPr id="9" name="矩形 8">
            <a:extLst>
              <a:ext uri="{FF2B5EF4-FFF2-40B4-BE49-F238E27FC236}">
                <a16:creationId xmlns:a16="http://schemas.microsoft.com/office/drawing/2014/main" id="{ACF390AA-4B93-DD05-E2BA-A92585A95DFC}"/>
              </a:ext>
            </a:extLst>
          </p:cNvPr>
          <p:cNvSpPr/>
          <p:nvPr userDrawn="1"/>
        </p:nvSpPr>
        <p:spPr>
          <a:xfrm>
            <a:off x="-14515" y="-14515"/>
            <a:ext cx="12206515" cy="527861"/>
          </a:xfrm>
          <a:prstGeom prst="rect">
            <a:avLst/>
          </a:prstGeom>
          <a:solidFill>
            <a:srgbClr val="008A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648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A3916C-6DCC-ADAB-048D-325A085F61E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D0D428C-C051-1516-AC64-652A2E7709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C30A199-58B7-6D42-8988-C232C6B5C6C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E3A642A-B7BD-950D-B4AA-1BC78BF37E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8C78E9C-6ACC-BFB0-AEF6-0FE4900E254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5BCA8CB-91E0-37C7-25C4-A5000F57EE3E}"/>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8" name="页脚占位符 7">
            <a:extLst>
              <a:ext uri="{FF2B5EF4-FFF2-40B4-BE49-F238E27FC236}">
                <a16:creationId xmlns:a16="http://schemas.microsoft.com/office/drawing/2014/main" id="{8CDF0199-FFA2-DDDF-3BC2-D834E558F0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AEF8192-125E-AF1A-D66A-720E8A0A406B}"/>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903742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E69E0-457E-1E0F-BFFB-A38F149986F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CD99D4C-E550-031C-D4D1-6AFF658E5275}"/>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4" name="页脚占位符 3">
            <a:extLst>
              <a:ext uri="{FF2B5EF4-FFF2-40B4-BE49-F238E27FC236}">
                <a16:creationId xmlns:a16="http://schemas.microsoft.com/office/drawing/2014/main" id="{9614AC80-6964-97CC-FAB6-312C87CC184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C06F104-732D-9A6D-CFAD-EFE5A7F8EFEE}"/>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2266343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7C4EE6F-B252-B986-30B5-527F6480A4C0}"/>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3" name="页脚占位符 2">
            <a:extLst>
              <a:ext uri="{FF2B5EF4-FFF2-40B4-BE49-F238E27FC236}">
                <a16:creationId xmlns:a16="http://schemas.microsoft.com/office/drawing/2014/main" id="{5FFBBD3D-B7E2-1AE2-3D29-9333999AEA2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02B4A5-B02A-7558-A812-EAF577D12BE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125871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D4D8D-4E2C-DC7C-4B4A-10A754604EE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C59D91E-E9CB-6D64-B158-E14E26C7F3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文本占位符 3">
            <a:extLst>
              <a:ext uri="{FF2B5EF4-FFF2-40B4-BE49-F238E27FC236}">
                <a16:creationId xmlns:a16="http://schemas.microsoft.com/office/drawing/2014/main" id="{E3A23590-202A-7669-3972-F438E6605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28CB70-BB19-BF73-2B97-62A858A1E15A}"/>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6" name="页脚占位符 5">
            <a:extLst>
              <a:ext uri="{FF2B5EF4-FFF2-40B4-BE49-F238E27FC236}">
                <a16:creationId xmlns:a16="http://schemas.microsoft.com/office/drawing/2014/main" id="{9F0EAFB4-7671-10EC-40A1-FB6F255DD8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9FE06E8-796F-1BD2-F1C0-0CB4694980F4}"/>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426912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723636-5BFB-9B89-D548-478FE78DBCA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F2CC4F-F442-3901-D679-065B49663B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E18708A-29E4-0AB9-B3AF-45B892FE1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DA5FD7D-CE0A-C10C-B6E1-04C1DDA0351D}"/>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6" name="页脚占位符 5">
            <a:extLst>
              <a:ext uri="{FF2B5EF4-FFF2-40B4-BE49-F238E27FC236}">
                <a16:creationId xmlns:a16="http://schemas.microsoft.com/office/drawing/2014/main" id="{C28E6D89-7722-3471-DDE1-CD223E2233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82D659-EAE7-E7BE-8BC8-8699E91D0116}"/>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839517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22DC8-6B35-C975-22C8-B3298033D87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79F43DA-D779-A136-4325-810237DC0CC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F5D4F0-A170-72F5-ABE2-26E8E349B5E6}"/>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EE721F31-68E9-0C2C-A716-403532584F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BC5061D-50F1-263D-AB95-F04019BA80B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533658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B6AC9B8-D5F0-84E6-669C-3B9A054F32F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910BC7E-A149-EAAC-57ED-7996E21F66F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1C6242-5462-E5F3-A40E-9EBCD0794851}"/>
              </a:ext>
            </a:extLst>
          </p:cNvPr>
          <p:cNvSpPr>
            <a:spLocks noGrp="1"/>
          </p:cNvSpPr>
          <p:nvPr>
            <p:ph type="dt" sz="half" idx="10"/>
          </p:nvPr>
        </p:nvSpPr>
        <p:spPr/>
        <p:txBody>
          <a:bodyPr/>
          <a:lstStyle/>
          <a:p>
            <a:fld id="{F721228B-0167-4061-A906-8575043315EE}"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8BE4B585-AA73-BB44-DEB3-BB44809305A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98AF67-4FAF-6DD6-7F23-7AA91253C403}"/>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976972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95AE4A4-62F2-5D7F-57E9-5E09F3804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C26869B-FDA6-3DC1-E605-151557D67C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FD968A69-93F9-9115-B417-2F030227D1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21228B-0167-4061-A906-8575043315EE}"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7780F278-07E3-D762-2656-D67508C043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A6F7F67-2D57-182E-C174-5AAC8C4D15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766057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normAutofit/>
          </a:bodyPr>
          <a:lstStyle/>
          <a:p>
            <a:r>
              <a:rPr lang="zh-CN" altLang="en-US" b="1" dirty="0">
                <a:solidFill>
                  <a:srgbClr val="4F4F4F"/>
                </a:solidFill>
                <a:effectLst/>
                <a:latin typeface="PingFang SC"/>
              </a:rPr>
              <a:t>分立元件实验一</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b="1" i="0" dirty="0">
                <a:solidFill>
                  <a:srgbClr val="0D0016"/>
                </a:solidFill>
                <a:effectLst/>
                <a:latin typeface="-apple-system"/>
              </a:rPr>
              <a:t>电容的充电、放电显示器。</a:t>
            </a:r>
            <a:endParaRPr lang="en-US" altLang="zh-CN" dirty="0"/>
          </a:p>
        </p:txBody>
      </p:sp>
    </p:spTree>
    <p:extLst>
      <p:ext uri="{BB962C8B-B14F-4D97-AF65-F5344CB8AC3E}">
        <p14:creationId xmlns:p14="http://schemas.microsoft.com/office/powerpoint/2010/main" val="2397877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normAutofit/>
          </a:bodyPr>
          <a:lstStyle/>
          <a:p>
            <a:r>
              <a:rPr lang="zh-CN" altLang="en-US" b="1" i="0" dirty="0">
                <a:solidFill>
                  <a:srgbClr val="4F4F4F"/>
                </a:solidFill>
                <a:effectLst/>
                <a:latin typeface="PingFang SC"/>
              </a:rPr>
              <a:t>电容器的介绍</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那么什么是电容器：电容器是电子电路元器件一类重要元件。电容器的主要功能就是用来存储电荷，这和电池🔋有点相像。但是，它们存储能量的方式是不同的，电容器是可以很快的充电或者释放能量。</a:t>
            </a:r>
            <a:r>
              <a:rPr lang="en-US" altLang="zh-CN" dirty="0"/>
              <a:t>"</a:t>
            </a:r>
            <a:r>
              <a:rPr lang="zh-CN" altLang="en-US" dirty="0"/>
              <a:t>通交流，隔直流</a:t>
            </a:r>
            <a:r>
              <a:rPr lang="en-US" altLang="zh-CN" dirty="0"/>
              <a:t>"</a:t>
            </a:r>
            <a:r>
              <a:rPr lang="zh-CN" altLang="en-US" dirty="0"/>
              <a:t>是电容器的一个重要特性，就像电感也是</a:t>
            </a:r>
            <a:r>
              <a:rPr lang="en-US" altLang="zh-CN" dirty="0"/>
              <a:t>"</a:t>
            </a:r>
            <a:r>
              <a:rPr lang="zh-CN" altLang="en-US" dirty="0"/>
              <a:t>通直流，隔交流</a:t>
            </a:r>
            <a:r>
              <a:rPr lang="en-US" altLang="zh-CN" dirty="0"/>
              <a:t>"!</a:t>
            </a:r>
            <a:r>
              <a:rPr lang="zh-CN" altLang="en-US" dirty="0"/>
              <a:t>电容能随交流信号的不同频率改变其自身的容抗的大小。   </a:t>
            </a:r>
          </a:p>
        </p:txBody>
      </p:sp>
    </p:spTree>
    <p:extLst>
      <p:ext uri="{BB962C8B-B14F-4D97-AF65-F5344CB8AC3E}">
        <p14:creationId xmlns:p14="http://schemas.microsoft.com/office/powerpoint/2010/main" val="1975886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电容器的介绍</a:t>
            </a: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电容器充电时的电流方向和自由电子移动的方向。电容器在在没有充电的时候内部正负电荷由于异性相吸的作用正负电荷就会结合在一起，因相互抵消自然不会产生电位差也就不会有电压了。但是电荷会受到电场力的作用而移动：在外电场的作用下电容器的负电荷则会通过外电源跑到电容器的负极，电容器的负极由于得到了负电荷所以它带负电，电容器的正极由于失去了负电荷所以它带正电。因为电容器的两个电极互相绝缘，所以被分离的电荷无法自动回到原来的位置。如果我们对电容放电正负电荷就又重新结合到了一起，这就是电容器的工作原理。</a:t>
            </a:r>
          </a:p>
        </p:txBody>
      </p:sp>
    </p:spTree>
    <p:extLst>
      <p:ext uri="{BB962C8B-B14F-4D97-AF65-F5344CB8AC3E}">
        <p14:creationId xmlns:p14="http://schemas.microsoft.com/office/powerpoint/2010/main" val="1751260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电容器的介绍</a:t>
            </a: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需要强调一点的是自由电子移动的方向和电流的方向是相反的！</a:t>
            </a:r>
            <a:r>
              <a:rPr lang="en-US" altLang="zh-CN" dirty="0"/>
              <a:t>(</a:t>
            </a:r>
            <a:r>
              <a:rPr lang="zh-CN" altLang="en-US" dirty="0"/>
              <a:t>历史遗留问题</a:t>
            </a:r>
            <a:r>
              <a:rPr lang="en-US" altLang="zh-CN" dirty="0"/>
              <a:t>)</a:t>
            </a:r>
          </a:p>
          <a:p>
            <a:r>
              <a:rPr lang="zh-CN" altLang="en-US" dirty="0"/>
              <a:t>电容器的表示方法：电容器一般用字母“</a:t>
            </a:r>
            <a:r>
              <a:rPr lang="en-US" altLang="zh-CN" dirty="0"/>
              <a:t>C”</a:t>
            </a:r>
            <a:r>
              <a:rPr lang="zh-CN" altLang="en-US" dirty="0"/>
              <a:t>表示，它的基本单位是法拉（</a:t>
            </a:r>
            <a:r>
              <a:rPr lang="en-US" altLang="zh-CN" dirty="0"/>
              <a:t>F</a:t>
            </a:r>
            <a:r>
              <a:rPr lang="zh-CN" altLang="en-US" dirty="0"/>
              <a:t>）、毫法（</a:t>
            </a:r>
            <a:r>
              <a:rPr lang="en-US" altLang="zh-CN" dirty="0"/>
              <a:t>mF</a:t>
            </a:r>
            <a:r>
              <a:rPr lang="zh-CN" altLang="en-US" dirty="0"/>
              <a:t>）、微法（</a:t>
            </a:r>
            <a:r>
              <a:rPr lang="en-US" altLang="zh-CN" dirty="0" err="1"/>
              <a:t>uF</a:t>
            </a:r>
            <a:r>
              <a:rPr lang="zh-CN" altLang="en-US" dirty="0"/>
              <a:t>）、纳法（</a:t>
            </a:r>
            <a:r>
              <a:rPr lang="en-US" altLang="zh-CN" dirty="0" err="1"/>
              <a:t>nF</a:t>
            </a:r>
            <a:r>
              <a:rPr lang="zh-CN" altLang="en-US" dirty="0"/>
              <a:t>）、皮法（</a:t>
            </a:r>
            <a:r>
              <a:rPr lang="en-US" altLang="zh-CN" dirty="0"/>
              <a:t>pF</a:t>
            </a:r>
            <a:r>
              <a:rPr lang="zh-CN" altLang="en-US" dirty="0"/>
              <a:t>）</a:t>
            </a:r>
            <a:endParaRPr lang="en-US" altLang="zh-CN" dirty="0"/>
          </a:p>
          <a:p>
            <a:r>
              <a:rPr lang="zh-CN" altLang="en-US" dirty="0"/>
              <a:t>电容器的作用：储能、滤 波、耦合、退偶、谐振、抑制高频干扰以及提高功率因数等等。电容器的种类及相对应的用途：电解电容主要用于储能、滤波、定时器等等 </a:t>
            </a:r>
          </a:p>
        </p:txBody>
      </p:sp>
    </p:spTree>
    <p:extLst>
      <p:ext uri="{BB962C8B-B14F-4D97-AF65-F5344CB8AC3E}">
        <p14:creationId xmlns:p14="http://schemas.microsoft.com/office/powerpoint/2010/main" val="67535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所需元器件</a:t>
            </a:r>
          </a:p>
        </p:txBody>
      </p:sp>
      <p:pic>
        <p:nvPicPr>
          <p:cNvPr id="5" name="图片 4">
            <a:extLst>
              <a:ext uri="{FF2B5EF4-FFF2-40B4-BE49-F238E27FC236}">
                <a16:creationId xmlns:a16="http://schemas.microsoft.com/office/drawing/2014/main" id="{2DB31738-7ECE-EBBF-6826-4E42772C502B}"/>
              </a:ext>
            </a:extLst>
          </p:cNvPr>
          <p:cNvPicPr>
            <a:picLocks noChangeAspect="1"/>
          </p:cNvPicPr>
          <p:nvPr/>
        </p:nvPicPr>
        <p:blipFill>
          <a:blip r:embed="rId3"/>
          <a:stretch>
            <a:fillRect/>
          </a:stretch>
        </p:blipFill>
        <p:spPr>
          <a:xfrm>
            <a:off x="4627245" y="1582102"/>
            <a:ext cx="4972050" cy="4676775"/>
          </a:xfrm>
          <a:prstGeom prst="rect">
            <a:avLst/>
          </a:prstGeom>
        </p:spPr>
      </p:pic>
    </p:spTree>
    <p:extLst>
      <p:ext uri="{BB962C8B-B14F-4D97-AF65-F5344CB8AC3E}">
        <p14:creationId xmlns:p14="http://schemas.microsoft.com/office/powerpoint/2010/main" val="74027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C4F5F8-40B4-3309-D2FD-F2F58E3AF677}"/>
              </a:ext>
            </a:extLst>
          </p:cNvPr>
          <p:cNvSpPr>
            <a:spLocks noGrp="1"/>
          </p:cNvSpPr>
          <p:nvPr>
            <p:ph type="title"/>
          </p:nvPr>
        </p:nvSpPr>
        <p:spPr/>
        <p:txBody>
          <a:bodyPr/>
          <a:lstStyle/>
          <a:p>
            <a:r>
              <a:rPr lang="zh-CN" altLang="en-US" dirty="0"/>
              <a:t>电路图</a:t>
            </a:r>
            <a:endParaRPr lang="LID4096" dirty="0"/>
          </a:p>
        </p:txBody>
      </p:sp>
      <p:pic>
        <p:nvPicPr>
          <p:cNvPr id="8" name="内容占位符 7">
            <a:extLst>
              <a:ext uri="{FF2B5EF4-FFF2-40B4-BE49-F238E27FC236}">
                <a16:creationId xmlns:a16="http://schemas.microsoft.com/office/drawing/2014/main" id="{B79048A3-89EE-928F-D82B-E58D9F8D7D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3744" y="1890713"/>
            <a:ext cx="7984511" cy="4351337"/>
          </a:xfrm>
        </p:spPr>
      </p:pic>
    </p:spTree>
    <p:extLst>
      <p:ext uri="{BB962C8B-B14F-4D97-AF65-F5344CB8AC3E}">
        <p14:creationId xmlns:p14="http://schemas.microsoft.com/office/powerpoint/2010/main" val="2685976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6A6B86-8712-886A-C199-198F3EF1384F}"/>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884F8741-EBED-ABB4-5B69-6C16CA928B79}"/>
              </a:ext>
            </a:extLst>
          </p:cNvPr>
          <p:cNvSpPr>
            <a:spLocks noGrp="1"/>
          </p:cNvSpPr>
          <p:nvPr>
            <p:ph idx="1"/>
          </p:nvPr>
        </p:nvSpPr>
        <p:spPr/>
        <p:txBody>
          <a:bodyPr>
            <a:normAutofit/>
          </a:bodyPr>
          <a:lstStyle/>
          <a:p>
            <a:r>
              <a:rPr lang="zh-CN" altLang="en-US" dirty="0"/>
              <a:t>这个实验是能简单实现电容充电和放电的简单电路。电路</a:t>
            </a:r>
            <a:r>
              <a:rPr lang="en-US" altLang="zh-CN" dirty="0"/>
              <a:t>S1</a:t>
            </a:r>
            <a:r>
              <a:rPr lang="zh-CN" altLang="en-US" dirty="0"/>
              <a:t>、</a:t>
            </a:r>
            <a:r>
              <a:rPr lang="en-US" altLang="zh-CN" dirty="0"/>
              <a:t>R1</a:t>
            </a:r>
            <a:r>
              <a:rPr lang="zh-CN" altLang="en-US" dirty="0"/>
              <a:t>、</a:t>
            </a:r>
            <a:r>
              <a:rPr lang="en-US" altLang="zh-CN" dirty="0"/>
              <a:t>LED1 </a:t>
            </a:r>
            <a:r>
              <a:rPr lang="zh-CN" altLang="en-US" dirty="0"/>
              <a:t>和电解电容</a:t>
            </a:r>
            <a:r>
              <a:rPr lang="en-US" altLang="zh-CN" dirty="0"/>
              <a:t>C1</a:t>
            </a:r>
            <a:r>
              <a:rPr lang="zh-CN" altLang="en-US" dirty="0"/>
              <a:t>、</a:t>
            </a:r>
            <a:r>
              <a:rPr lang="en-US" altLang="zh-CN" dirty="0"/>
              <a:t>C2</a:t>
            </a:r>
            <a:r>
              <a:rPr lang="zh-CN" altLang="en-US" dirty="0"/>
              <a:t>组成充电电路，从电电流由红色发光二极管</a:t>
            </a:r>
            <a:r>
              <a:rPr lang="en-US" altLang="zh-CN" dirty="0"/>
              <a:t>LED1</a:t>
            </a:r>
            <a:r>
              <a:rPr lang="zh-CN" altLang="en-US" dirty="0"/>
              <a:t>显示出来，另一部分</a:t>
            </a:r>
            <a:r>
              <a:rPr lang="en-US" altLang="zh-CN" dirty="0"/>
              <a:t>S2</a:t>
            </a:r>
            <a:r>
              <a:rPr lang="zh-CN" altLang="en-US" dirty="0"/>
              <a:t>、</a:t>
            </a:r>
            <a:r>
              <a:rPr lang="en-US" altLang="zh-CN" dirty="0"/>
              <a:t>R2</a:t>
            </a:r>
            <a:r>
              <a:rPr lang="zh-CN" altLang="en-US" dirty="0"/>
              <a:t>、</a:t>
            </a:r>
            <a:r>
              <a:rPr lang="en-US" altLang="zh-CN" dirty="0"/>
              <a:t>LED2 </a:t>
            </a:r>
            <a:r>
              <a:rPr lang="zh-CN" altLang="en-US" dirty="0"/>
              <a:t>和 </a:t>
            </a:r>
            <a:r>
              <a:rPr lang="en-US" altLang="zh-CN" dirty="0"/>
              <a:t>C1</a:t>
            </a:r>
            <a:r>
              <a:rPr lang="zh-CN" altLang="en-US" dirty="0"/>
              <a:t>、</a:t>
            </a:r>
            <a:r>
              <a:rPr lang="en-US" altLang="zh-CN" dirty="0"/>
              <a:t>C2</a:t>
            </a:r>
            <a:r>
              <a:rPr lang="zh-CN" altLang="en-US" dirty="0"/>
              <a:t>来组成进行放电电路。放电电流由红色二极管</a:t>
            </a:r>
            <a:r>
              <a:rPr lang="en-US" altLang="zh-CN" dirty="0"/>
              <a:t>LED2</a:t>
            </a:r>
            <a:r>
              <a:rPr lang="zh-CN" altLang="en-US" dirty="0"/>
              <a:t>来进行显示。当</a:t>
            </a:r>
            <a:r>
              <a:rPr lang="en-US" altLang="zh-CN" dirty="0"/>
              <a:t>S1</a:t>
            </a:r>
            <a:r>
              <a:rPr lang="zh-CN" altLang="en-US" dirty="0"/>
              <a:t>闭合的时候，电源通过</a:t>
            </a:r>
            <a:r>
              <a:rPr lang="en-US" altLang="zh-CN" dirty="0"/>
              <a:t>R1</a:t>
            </a:r>
            <a:r>
              <a:rPr lang="zh-CN" altLang="en-US" dirty="0"/>
              <a:t>、</a:t>
            </a:r>
            <a:r>
              <a:rPr lang="en-US" altLang="zh-CN" dirty="0"/>
              <a:t>LED1</a:t>
            </a:r>
            <a:r>
              <a:rPr lang="zh-CN" altLang="en-US" dirty="0"/>
              <a:t>向电容</a:t>
            </a:r>
            <a:r>
              <a:rPr lang="en-US" altLang="zh-CN" dirty="0"/>
              <a:t>C1</a:t>
            </a:r>
            <a:r>
              <a:rPr lang="zh-CN" altLang="en-US" dirty="0"/>
              <a:t>、</a:t>
            </a:r>
            <a:r>
              <a:rPr lang="en-US" altLang="zh-CN" dirty="0"/>
              <a:t>C2</a:t>
            </a:r>
            <a:r>
              <a:rPr lang="zh-CN" altLang="en-US" dirty="0"/>
              <a:t>进行充电，在接通电源的瞬间，由于</a:t>
            </a:r>
            <a:r>
              <a:rPr lang="en-US" altLang="zh-CN" dirty="0"/>
              <a:t>C1</a:t>
            </a:r>
            <a:r>
              <a:rPr lang="zh-CN" altLang="en-US" dirty="0"/>
              <a:t>、</a:t>
            </a:r>
            <a:r>
              <a:rPr lang="en-US" altLang="zh-CN" dirty="0"/>
              <a:t>C2</a:t>
            </a:r>
            <a:r>
              <a:rPr lang="zh-CN" altLang="en-US" dirty="0"/>
              <a:t>中没有电荷，其两端的电压为</a:t>
            </a:r>
            <a:r>
              <a:rPr lang="en-US" altLang="zh-CN" dirty="0"/>
              <a:t>0</a:t>
            </a:r>
            <a:r>
              <a:rPr lang="zh-CN" altLang="en-US" dirty="0"/>
              <a:t>，这个时候通过黄色</a:t>
            </a:r>
            <a:r>
              <a:rPr lang="en-US" altLang="zh-CN" dirty="0"/>
              <a:t>LED</a:t>
            </a:r>
            <a:r>
              <a:rPr lang="zh-CN" altLang="en-US" dirty="0"/>
              <a:t>灯的电流最大，发光亮度最高。</a:t>
            </a:r>
          </a:p>
        </p:txBody>
      </p:sp>
    </p:spTree>
    <p:extLst>
      <p:ext uri="{BB962C8B-B14F-4D97-AF65-F5344CB8AC3E}">
        <p14:creationId xmlns:p14="http://schemas.microsoft.com/office/powerpoint/2010/main" val="200468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6961C-3C2D-94AC-DA4E-F803855A4891}"/>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EC7F7FFB-3321-A777-BBE7-C2E611EED59B}"/>
              </a:ext>
            </a:extLst>
          </p:cNvPr>
          <p:cNvSpPr>
            <a:spLocks noGrp="1"/>
          </p:cNvSpPr>
          <p:nvPr>
            <p:ph idx="1"/>
          </p:nvPr>
        </p:nvSpPr>
        <p:spPr/>
        <p:txBody>
          <a:bodyPr/>
          <a:lstStyle/>
          <a:p>
            <a:r>
              <a:rPr lang="zh-CN" altLang="en-US" dirty="0"/>
              <a:t>电阻</a:t>
            </a:r>
            <a:r>
              <a:rPr lang="en-US" altLang="zh-CN" dirty="0"/>
              <a:t>R1</a:t>
            </a:r>
            <a:r>
              <a:rPr lang="zh-CN" altLang="en-US" dirty="0"/>
              <a:t>具有限流的作用，防止二极管烧坏。阻碍电源向电容进行充电，</a:t>
            </a:r>
            <a:r>
              <a:rPr lang="en-US" altLang="zh-CN" dirty="0"/>
              <a:t>R1</a:t>
            </a:r>
            <a:r>
              <a:rPr lang="zh-CN" altLang="en-US" dirty="0"/>
              <a:t>的电阻值越大的话那么</a:t>
            </a:r>
            <a:r>
              <a:rPr lang="en-US" altLang="zh-CN" dirty="0"/>
              <a:t>LED1</a:t>
            </a:r>
            <a:r>
              <a:rPr lang="zh-CN" altLang="en-US" dirty="0"/>
              <a:t>灯的亮度就会越小，也就是说明电容的充电时间越长。随着时间的推移，电容将逐步充满电荷，充电电流逐渐减少，那么</a:t>
            </a:r>
            <a:r>
              <a:rPr lang="en-US" altLang="zh-CN" dirty="0"/>
              <a:t>LED1</a:t>
            </a:r>
            <a:r>
              <a:rPr lang="zh-CN" altLang="en-US" dirty="0"/>
              <a:t>的发光时间也将会被熄灭。特性：</a:t>
            </a:r>
            <a:r>
              <a:rPr lang="en-US" altLang="zh-CN" dirty="0"/>
              <a:t>"</a:t>
            </a:r>
            <a:r>
              <a:rPr lang="zh-CN" altLang="en-US" dirty="0"/>
              <a:t>通交流，隔直流</a:t>
            </a:r>
            <a:r>
              <a:rPr lang="en-US" altLang="zh-CN" dirty="0"/>
              <a:t>"!</a:t>
            </a:r>
            <a:endParaRPr lang="LID4096" dirty="0"/>
          </a:p>
        </p:txBody>
      </p:sp>
    </p:spTree>
    <p:extLst>
      <p:ext uri="{BB962C8B-B14F-4D97-AF65-F5344CB8AC3E}">
        <p14:creationId xmlns:p14="http://schemas.microsoft.com/office/powerpoint/2010/main" val="292127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FBB8B-013E-0536-5C2C-072FE317EE3A}"/>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CF7C09F1-71E3-D6D5-1F77-6A1CF556897D}"/>
              </a:ext>
            </a:extLst>
          </p:cNvPr>
          <p:cNvSpPr>
            <a:spLocks noGrp="1"/>
          </p:cNvSpPr>
          <p:nvPr>
            <p:ph idx="1"/>
          </p:nvPr>
        </p:nvSpPr>
        <p:spPr/>
        <p:txBody>
          <a:bodyPr/>
          <a:lstStyle/>
          <a:p>
            <a:r>
              <a:rPr lang="zh-CN" altLang="en-US" dirty="0"/>
              <a:t>当电容</a:t>
            </a:r>
            <a:r>
              <a:rPr lang="en-US" altLang="zh-CN" dirty="0"/>
              <a:t>C1</a:t>
            </a:r>
            <a:r>
              <a:rPr lang="zh-CN" altLang="en-US" dirty="0"/>
              <a:t>、</a:t>
            </a:r>
            <a:r>
              <a:rPr lang="en-US" altLang="zh-CN" dirty="0"/>
              <a:t>C2</a:t>
            </a:r>
            <a:r>
              <a:rPr lang="zh-CN" altLang="en-US" dirty="0"/>
              <a:t>充满电荷后，断开</a:t>
            </a:r>
            <a:r>
              <a:rPr lang="en-US" altLang="zh-CN" dirty="0"/>
              <a:t>K1</a:t>
            </a:r>
            <a:r>
              <a:rPr lang="zh-CN" altLang="en-US" dirty="0"/>
              <a:t>，此时</a:t>
            </a:r>
            <a:r>
              <a:rPr lang="en-US" altLang="zh-CN" dirty="0"/>
              <a:t>C1</a:t>
            </a:r>
            <a:r>
              <a:rPr lang="zh-CN" altLang="en-US" dirty="0"/>
              <a:t>、</a:t>
            </a:r>
            <a:r>
              <a:rPr lang="en-US" altLang="zh-CN" dirty="0"/>
              <a:t>C2</a:t>
            </a:r>
            <a:r>
              <a:rPr lang="zh-CN" altLang="en-US" dirty="0"/>
              <a:t>与电源脱离，这个时候，闭合</a:t>
            </a:r>
            <a:r>
              <a:rPr lang="en-US" altLang="zh-CN" dirty="0"/>
              <a:t>K2</a:t>
            </a:r>
            <a:r>
              <a:rPr lang="zh-CN" altLang="en-US" dirty="0"/>
              <a:t>的话，红色的发光二极管</a:t>
            </a:r>
            <a:r>
              <a:rPr lang="en-US" altLang="zh-CN" dirty="0"/>
              <a:t>LED2</a:t>
            </a:r>
            <a:r>
              <a:rPr lang="zh-CN" altLang="en-US" dirty="0"/>
              <a:t>开始点亮发光，表明电容</a:t>
            </a:r>
            <a:r>
              <a:rPr lang="en-US" altLang="zh-CN" dirty="0"/>
              <a:t>C1</a:t>
            </a:r>
            <a:r>
              <a:rPr lang="zh-CN" altLang="en-US" dirty="0"/>
              <a:t>、</a:t>
            </a:r>
            <a:r>
              <a:rPr lang="en-US" altLang="zh-CN" dirty="0"/>
              <a:t>C2</a:t>
            </a:r>
            <a:r>
              <a:rPr lang="zh-CN" altLang="en-US" dirty="0"/>
              <a:t>开始放电，这个就可以说明电容具存储电荷的能力。随着存储的电荷减少，其两端电压迅速下降，放电电流也随着按下持续减少。</a:t>
            </a:r>
            <a:r>
              <a:rPr lang="en-US" altLang="zh-CN" dirty="0"/>
              <a:t>LED2</a:t>
            </a:r>
            <a:r>
              <a:rPr lang="zh-CN" altLang="en-US" dirty="0"/>
              <a:t>亮度也会由最亮迅速变成最暗并最终熄灭。且限流电阻</a:t>
            </a:r>
            <a:r>
              <a:rPr lang="en-US" altLang="zh-CN" dirty="0"/>
              <a:t>R2</a:t>
            </a:r>
            <a:r>
              <a:rPr lang="zh-CN" altLang="en-US" dirty="0"/>
              <a:t>的阻值越大，电容充电放电时间就会越长，</a:t>
            </a:r>
            <a:r>
              <a:rPr lang="en-US" altLang="zh-CN" dirty="0"/>
              <a:t>LED</a:t>
            </a:r>
            <a:r>
              <a:rPr lang="zh-CN" altLang="en-US" dirty="0"/>
              <a:t>点亮的灯就会越长。</a:t>
            </a:r>
            <a:endParaRPr lang="LID4096" dirty="0"/>
          </a:p>
        </p:txBody>
      </p:sp>
    </p:spTree>
    <p:extLst>
      <p:ext uri="{BB962C8B-B14F-4D97-AF65-F5344CB8AC3E}">
        <p14:creationId xmlns:p14="http://schemas.microsoft.com/office/powerpoint/2010/main" val="259650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2D93A-45A8-229C-182D-E9BD23103861}"/>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0884EA29-3D47-FF8B-9797-ABA96ED7A18B}"/>
              </a:ext>
            </a:extLst>
          </p:cNvPr>
          <p:cNvSpPr>
            <a:spLocks noGrp="1"/>
          </p:cNvSpPr>
          <p:nvPr>
            <p:ph idx="1"/>
          </p:nvPr>
        </p:nvSpPr>
        <p:spPr/>
        <p:txBody>
          <a:bodyPr>
            <a:normAutofit/>
          </a:bodyPr>
          <a:lstStyle/>
          <a:p>
            <a:r>
              <a:rPr lang="zh-CN" altLang="en-US" dirty="0"/>
              <a:t>通过以上的描述可知，限流电阻</a:t>
            </a:r>
            <a:r>
              <a:rPr lang="en-US" altLang="zh-CN" dirty="0"/>
              <a:t>R1</a:t>
            </a:r>
            <a:r>
              <a:rPr lang="zh-CN" altLang="en-US" dirty="0"/>
              <a:t>或者</a:t>
            </a:r>
            <a:r>
              <a:rPr lang="en-US" altLang="zh-CN" dirty="0"/>
              <a:t>R2</a:t>
            </a:r>
            <a:r>
              <a:rPr lang="zh-CN" altLang="en-US" dirty="0"/>
              <a:t>的电阻值与电容</a:t>
            </a:r>
            <a:r>
              <a:rPr lang="en-US" altLang="zh-CN" dirty="0"/>
              <a:t>C1</a:t>
            </a:r>
            <a:r>
              <a:rPr lang="zh-CN" altLang="en-US" dirty="0"/>
              <a:t>、</a:t>
            </a:r>
            <a:r>
              <a:rPr lang="en-US" altLang="zh-CN" dirty="0"/>
              <a:t>C2</a:t>
            </a:r>
            <a:r>
              <a:rPr lang="zh-CN" altLang="en-US" dirty="0"/>
              <a:t>两者的乘积，即</a:t>
            </a:r>
            <a:r>
              <a:rPr lang="en-US" altLang="zh-CN" dirty="0"/>
              <a:t>RC</a:t>
            </a:r>
            <a:r>
              <a:rPr lang="zh-CN" altLang="en-US" dirty="0"/>
              <a:t>越大就说明充电、放电所需要的时间也就是越长的。因此把</a:t>
            </a:r>
            <a:r>
              <a:rPr lang="en-US" altLang="zh-CN" dirty="0"/>
              <a:t>RC</a:t>
            </a:r>
            <a:r>
              <a:rPr lang="zh-CN" altLang="en-US" dirty="0"/>
              <a:t>的成绩叫做阻容充放电电路的时间常数，用时间来表示：</a:t>
            </a:r>
            <a:r>
              <a:rPr lang="en-US" altLang="zh-CN" dirty="0"/>
              <a:t>t = RC</a:t>
            </a:r>
            <a:r>
              <a:rPr lang="zh-CN" altLang="en-US" dirty="0"/>
              <a:t>。这个定理广泛的应用于含有阻容式充电放电的过程。电路中采用了两只电解电容进行并联，目的是为了提高总电容的容量，以延长演示的时间，以便更为直观的观察电容的充电、放电的一个过程。两只</a:t>
            </a:r>
            <a:r>
              <a:rPr lang="en-US" altLang="zh-CN" dirty="0"/>
              <a:t>470uf</a:t>
            </a:r>
            <a:r>
              <a:rPr lang="zh-CN" altLang="en-US" dirty="0"/>
              <a:t>的电容进行并联，其总电容为</a:t>
            </a:r>
            <a:r>
              <a:rPr lang="en-US" altLang="zh-CN" dirty="0"/>
              <a:t>940uf</a:t>
            </a:r>
            <a:r>
              <a:rPr lang="zh-CN" altLang="en-US" dirty="0"/>
              <a:t>，当然有</a:t>
            </a:r>
            <a:r>
              <a:rPr lang="en-US" altLang="zh-CN" dirty="0"/>
              <a:t>1000uf</a:t>
            </a:r>
            <a:r>
              <a:rPr lang="zh-CN" altLang="en-US" dirty="0"/>
              <a:t>的电容也可以用。以上就是电路原理的简介</a:t>
            </a:r>
          </a:p>
        </p:txBody>
      </p:sp>
    </p:spTree>
    <p:extLst>
      <p:ext uri="{BB962C8B-B14F-4D97-AF65-F5344CB8AC3E}">
        <p14:creationId xmlns:p14="http://schemas.microsoft.com/office/powerpoint/2010/main" val="2071149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normAutofit/>
          </a:bodyPr>
          <a:lstStyle/>
          <a:p>
            <a:r>
              <a:rPr lang="zh-CN" altLang="en-US" b="1" dirty="0">
                <a:solidFill>
                  <a:srgbClr val="4F4F4F"/>
                </a:solidFill>
                <a:effectLst/>
                <a:latin typeface="PingFang SC"/>
              </a:rPr>
              <a:t>分立元件实验二</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b="1" i="0" dirty="0">
                <a:solidFill>
                  <a:srgbClr val="0D0016"/>
                </a:solidFill>
                <a:effectLst/>
                <a:latin typeface="-apple-system"/>
              </a:rPr>
              <a:t>简单变调电子门铃</a:t>
            </a:r>
            <a:endParaRPr lang="en-US" altLang="zh-CN" dirty="0"/>
          </a:p>
        </p:txBody>
      </p:sp>
    </p:spTree>
    <p:extLst>
      <p:ext uri="{BB962C8B-B14F-4D97-AF65-F5344CB8AC3E}">
        <p14:creationId xmlns:p14="http://schemas.microsoft.com/office/powerpoint/2010/main" val="97215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9869B5-631B-3548-36CE-E9292FDD78D4}"/>
              </a:ext>
            </a:extLst>
          </p:cNvPr>
          <p:cNvSpPr>
            <a:spLocks noGrp="1"/>
          </p:cNvSpPr>
          <p:nvPr>
            <p:ph type="title"/>
          </p:nvPr>
        </p:nvSpPr>
        <p:spPr/>
        <p:txBody>
          <a:bodyPr/>
          <a:lstStyle/>
          <a:p>
            <a:r>
              <a:rPr lang="zh-CN" altLang="en-US" dirty="0"/>
              <a:t>电路图</a:t>
            </a:r>
            <a:endParaRPr lang="LID4096" dirty="0"/>
          </a:p>
        </p:txBody>
      </p:sp>
      <p:pic>
        <p:nvPicPr>
          <p:cNvPr id="5" name="内容占位符 4">
            <a:extLst>
              <a:ext uri="{FF2B5EF4-FFF2-40B4-BE49-F238E27FC236}">
                <a16:creationId xmlns:a16="http://schemas.microsoft.com/office/drawing/2014/main" id="{3D1E55D0-E667-5012-4B64-CD5306D02B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7946" y="1890713"/>
            <a:ext cx="7436108" cy="4351337"/>
          </a:xfrm>
        </p:spPr>
      </p:pic>
    </p:spTree>
    <p:extLst>
      <p:ext uri="{BB962C8B-B14F-4D97-AF65-F5344CB8AC3E}">
        <p14:creationId xmlns:p14="http://schemas.microsoft.com/office/powerpoint/2010/main" val="1248256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D227B293-1053-5E46-522B-F4C10EC1AA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2570710" y="-802179"/>
            <a:ext cx="6346767" cy="8462358"/>
          </a:xfrm>
        </p:spPr>
      </p:pic>
    </p:spTree>
    <p:extLst>
      <p:ext uri="{BB962C8B-B14F-4D97-AF65-F5344CB8AC3E}">
        <p14:creationId xmlns:p14="http://schemas.microsoft.com/office/powerpoint/2010/main" val="955040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C80DBE-3286-054D-F108-F4EBAE6D85F1}"/>
              </a:ext>
            </a:extLst>
          </p:cNvPr>
          <p:cNvSpPr>
            <a:spLocks noGrp="1"/>
          </p:cNvSpPr>
          <p:nvPr>
            <p:ph type="title"/>
          </p:nvPr>
        </p:nvSpPr>
        <p:spPr/>
        <p:txBody>
          <a:bodyPr/>
          <a:lstStyle/>
          <a:p>
            <a:r>
              <a:rPr lang="zh-CN" altLang="en-US" dirty="0"/>
              <a:t>装配图</a:t>
            </a:r>
            <a:endParaRPr lang="LID4096" dirty="0"/>
          </a:p>
        </p:txBody>
      </p:sp>
      <p:pic>
        <p:nvPicPr>
          <p:cNvPr id="5" name="内容占位符 4">
            <a:extLst>
              <a:ext uri="{FF2B5EF4-FFF2-40B4-BE49-F238E27FC236}">
                <a16:creationId xmlns:a16="http://schemas.microsoft.com/office/drawing/2014/main" id="{94A66861-AF00-456B-E12F-23C6469A66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1712" y="0"/>
            <a:ext cx="10515600" cy="7435876"/>
          </a:xfrm>
        </p:spPr>
      </p:pic>
    </p:spTree>
    <p:extLst>
      <p:ext uri="{BB962C8B-B14F-4D97-AF65-F5344CB8AC3E}">
        <p14:creationId xmlns:p14="http://schemas.microsoft.com/office/powerpoint/2010/main" val="246932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0FAF81-2CF5-EFEB-45F4-B1A9F1CD16A8}"/>
              </a:ext>
            </a:extLst>
          </p:cNvPr>
          <p:cNvSpPr>
            <a:spLocks noGrp="1"/>
          </p:cNvSpPr>
          <p:nvPr>
            <p:ph type="title"/>
          </p:nvPr>
        </p:nvSpPr>
        <p:spPr/>
        <p:txBody>
          <a:bodyPr/>
          <a:lstStyle/>
          <a:p>
            <a:r>
              <a:rPr lang="zh-CN" altLang="en-US" dirty="0"/>
              <a:t>装配提醒</a:t>
            </a:r>
            <a:endParaRPr lang="LID4096" dirty="0"/>
          </a:p>
        </p:txBody>
      </p:sp>
      <p:sp>
        <p:nvSpPr>
          <p:cNvPr id="3" name="内容占位符 2">
            <a:extLst>
              <a:ext uri="{FF2B5EF4-FFF2-40B4-BE49-F238E27FC236}">
                <a16:creationId xmlns:a16="http://schemas.microsoft.com/office/drawing/2014/main" id="{7F39EF70-C6AB-C011-7F4B-5FF503003094}"/>
              </a:ext>
            </a:extLst>
          </p:cNvPr>
          <p:cNvSpPr>
            <a:spLocks noGrp="1"/>
          </p:cNvSpPr>
          <p:nvPr>
            <p:ph idx="1"/>
          </p:nvPr>
        </p:nvSpPr>
        <p:spPr/>
        <p:txBody>
          <a:bodyPr/>
          <a:lstStyle/>
          <a:p>
            <a:r>
              <a:rPr lang="zh-CN" altLang="en-US" dirty="0"/>
              <a:t>适当增大</a:t>
            </a:r>
            <a:r>
              <a:rPr lang="en-US" altLang="zh-CN" dirty="0"/>
              <a:t>R3</a:t>
            </a:r>
            <a:r>
              <a:rPr lang="zh-CN" altLang="en-US" dirty="0"/>
              <a:t>阻值，或者增加</a:t>
            </a:r>
            <a:r>
              <a:rPr lang="en-US" altLang="zh-CN" dirty="0"/>
              <a:t>C2</a:t>
            </a:r>
            <a:r>
              <a:rPr lang="zh-CN" altLang="en-US" dirty="0"/>
              <a:t>的电容值，可以降低振荡频率，反之振荡频率将升高。电阻</a:t>
            </a:r>
            <a:r>
              <a:rPr lang="en-US" altLang="zh-CN" dirty="0"/>
              <a:t>R1</a:t>
            </a:r>
            <a:r>
              <a:rPr lang="zh-CN" altLang="en-US" dirty="0"/>
              <a:t>的阻值需适当，如阻值过大，当按下按钮</a:t>
            </a:r>
            <a:r>
              <a:rPr lang="en-US" altLang="zh-CN" dirty="0"/>
              <a:t>S1</a:t>
            </a:r>
            <a:r>
              <a:rPr lang="zh-CN" altLang="en-US" dirty="0"/>
              <a:t>后，电容</a:t>
            </a:r>
            <a:r>
              <a:rPr lang="en-US" altLang="zh-CN" dirty="0"/>
              <a:t>C1</a:t>
            </a:r>
            <a:r>
              <a:rPr lang="zh-CN" altLang="en-US" dirty="0"/>
              <a:t>充电时间过长，将导致电路不能马上起振。</a:t>
            </a:r>
            <a:r>
              <a:rPr lang="en-US" altLang="zh-CN" dirty="0"/>
              <a:t>S1</a:t>
            </a:r>
            <a:r>
              <a:rPr lang="zh-CN" altLang="en-US" dirty="0"/>
              <a:t>可用</a:t>
            </a:r>
            <a:r>
              <a:rPr lang="en-US" altLang="zh-CN" dirty="0"/>
              <a:t>4</a:t>
            </a:r>
            <a:r>
              <a:rPr lang="zh-CN" altLang="en-US" dirty="0"/>
              <a:t>位拨码开关中的一位代用，先将开关置于“</a:t>
            </a:r>
            <a:r>
              <a:rPr lang="en-US" altLang="zh-CN" dirty="0"/>
              <a:t>ON”</a:t>
            </a:r>
            <a:r>
              <a:rPr lang="zh-CN" altLang="en-US" dirty="0"/>
              <a:t>位置，稍后再断开，以模拟按钮开关的动作过程。电源使用</a:t>
            </a:r>
            <a:r>
              <a:rPr lang="en-US" altLang="zh-CN" dirty="0"/>
              <a:t>2</a:t>
            </a:r>
            <a:r>
              <a:rPr lang="zh-CN" altLang="en-US" dirty="0"/>
              <a:t>节</a:t>
            </a:r>
            <a:r>
              <a:rPr lang="en-US" altLang="zh-CN" dirty="0"/>
              <a:t>5</a:t>
            </a:r>
            <a:r>
              <a:rPr lang="zh-CN" altLang="en-US" dirty="0"/>
              <a:t>号电池。使用</a:t>
            </a:r>
            <a:r>
              <a:rPr lang="en-US" altLang="zh-CN" dirty="0"/>
              <a:t>4</a:t>
            </a:r>
            <a:r>
              <a:rPr lang="zh-CN" altLang="en-US" dirty="0"/>
              <a:t>节</a:t>
            </a:r>
            <a:r>
              <a:rPr lang="en-US" altLang="zh-CN" dirty="0"/>
              <a:t>5</a:t>
            </a:r>
            <a:r>
              <a:rPr lang="zh-CN" altLang="en-US" dirty="0"/>
              <a:t>号电池盒时，可通过另加引线的方式引出</a:t>
            </a:r>
            <a:r>
              <a:rPr lang="en-US" altLang="zh-CN" dirty="0"/>
              <a:t>3V</a:t>
            </a:r>
            <a:r>
              <a:rPr lang="zh-CN" altLang="en-US" dirty="0"/>
              <a:t>电源的负极，接至面包板上，引出时要注意电池盒内电池的排列顺序，有的电池盒是按照</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顺序排列电池，有的则不一定，有可能是</a:t>
            </a:r>
            <a:r>
              <a:rPr lang="en-US" altLang="zh-CN" dirty="0"/>
              <a:t>1</a:t>
            </a:r>
            <a:r>
              <a:rPr lang="zh-CN" altLang="en-US" dirty="0"/>
              <a:t>、</a:t>
            </a:r>
            <a:r>
              <a:rPr lang="en-US" altLang="zh-CN" dirty="0"/>
              <a:t>3</a:t>
            </a:r>
            <a:r>
              <a:rPr lang="zh-CN" altLang="en-US" dirty="0"/>
              <a:t>、</a:t>
            </a:r>
            <a:r>
              <a:rPr lang="en-US" altLang="zh-CN" dirty="0"/>
              <a:t>4</a:t>
            </a:r>
            <a:r>
              <a:rPr lang="zh-CN" altLang="en-US" dirty="0"/>
              <a:t>、</a:t>
            </a:r>
            <a:r>
              <a:rPr lang="en-US" altLang="zh-CN" dirty="0"/>
              <a:t>2</a:t>
            </a:r>
            <a:r>
              <a:rPr lang="zh-CN" altLang="en-US" dirty="0"/>
              <a:t>的顺序，此时引出</a:t>
            </a:r>
            <a:r>
              <a:rPr lang="en-US" altLang="zh-CN" dirty="0"/>
              <a:t>3V</a:t>
            </a:r>
            <a:r>
              <a:rPr lang="zh-CN" altLang="en-US" dirty="0"/>
              <a:t>的话，则</a:t>
            </a:r>
            <a:r>
              <a:rPr lang="en-US" altLang="zh-CN" dirty="0"/>
              <a:t>2</a:t>
            </a:r>
            <a:r>
              <a:rPr lang="zh-CN" altLang="en-US" dirty="0"/>
              <a:t>节</a:t>
            </a:r>
            <a:r>
              <a:rPr lang="en-US" altLang="zh-CN" dirty="0"/>
              <a:t>5</a:t>
            </a:r>
            <a:r>
              <a:rPr lang="zh-CN" altLang="en-US" dirty="0"/>
              <a:t>号电池需分别安装在电池盒的两侧。</a:t>
            </a:r>
            <a:endParaRPr lang="LID4096" dirty="0"/>
          </a:p>
        </p:txBody>
      </p:sp>
    </p:spTree>
    <p:extLst>
      <p:ext uri="{BB962C8B-B14F-4D97-AF65-F5344CB8AC3E}">
        <p14:creationId xmlns:p14="http://schemas.microsoft.com/office/powerpoint/2010/main" val="2187731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3239</TotalTime>
  <Words>1116</Words>
  <Application>Microsoft Office PowerPoint</Application>
  <PresentationFormat>宽屏</PresentationFormat>
  <Paragraphs>38</Paragraphs>
  <Slides>15</Slides>
  <Notes>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-apple-system</vt:lpstr>
      <vt:lpstr>PingFang SC</vt:lpstr>
      <vt:lpstr>等线</vt:lpstr>
      <vt:lpstr>Arial</vt:lpstr>
      <vt:lpstr>Arial Black</vt:lpstr>
      <vt:lpstr>Consolas</vt:lpstr>
      <vt:lpstr>Office 主题​​</vt:lpstr>
      <vt:lpstr>分立元件实验一</vt:lpstr>
      <vt:lpstr>电容器的介绍</vt:lpstr>
      <vt:lpstr>电容器的介绍</vt:lpstr>
      <vt:lpstr>电容器的介绍</vt:lpstr>
      <vt:lpstr>所需元器件</vt:lpstr>
      <vt:lpstr>电路图</vt:lpstr>
      <vt:lpstr>原理</vt:lpstr>
      <vt:lpstr>原理</vt:lpstr>
      <vt:lpstr>原理</vt:lpstr>
      <vt:lpstr>原理</vt:lpstr>
      <vt:lpstr>分立元件实验二</vt:lpstr>
      <vt:lpstr>电路图</vt:lpstr>
      <vt:lpstr>PowerPoint 演示文稿</vt:lpstr>
      <vt:lpstr>装配图</vt:lpstr>
      <vt:lpstr>装配提醒</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Scruel Tao</dc:creator>
  <cp:lastModifiedBy>国栋 李</cp:lastModifiedBy>
  <cp:revision>14</cp:revision>
  <dcterms:created xsi:type="dcterms:W3CDTF">2023-04-03T03:10:02Z</dcterms:created>
  <dcterms:modified xsi:type="dcterms:W3CDTF">2024-10-08T08:19:49Z</dcterms:modified>
</cp:coreProperties>
</file>