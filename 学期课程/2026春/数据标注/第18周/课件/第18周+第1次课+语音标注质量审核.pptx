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语音标注质量审核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语音标注审核方法与课程总结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数据标注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能说出语音标注质量审核的主要内容与评估标准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能概括语音标注常见错误类型与检测方法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能识记语音标注审核报告的编写规范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能对语音标注数据集进行系统的质量检查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能识别并纠正转写、角色、情感标注中的错误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能编写语音标注质量审核报告并提出改进建议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一、语音标注审核体系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审核维度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转写准确性：内容是否逐字正确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角色正确性：说话人识别是否准确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情感准确性：情感分类是否合理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时间对齐：标注时间轴是否一致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完整性：是否覆盖全部语音内容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审核标准等级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优秀：准确率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&gt;95%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，格式规范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良好：准确率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90-95%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合格：准确率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80-90%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不合格：准确率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&lt;80%
3.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问题严重等级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严重：转写完全错误、角色混淆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中等：部分错误、边界偏差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轻微：格式不规范、标点问题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二、转写标注审核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转写准确性检查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逐段对比语音与转写文本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检查错字、漏字、多字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验证专业术语转写正确性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特殊现象处理检查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重复是否保留原文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听不清内容是否标记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[?]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改口是否记录完整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格式规范检查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标点符号使用是否正确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段落划分是否合理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时间戳格式是否统一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常见转写错误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同音字误写（在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再、的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数字书写不统一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缩写处理不当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疑问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感叹语气遗漏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三、角色标注审核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角色识别正确性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说话人身份判断是否准确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多人对话角色是否混淆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角色切换点是否准确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角色标注完整性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是否遗漏说话人切换点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重叠说话是否标记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[overlap]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不确定角色是否标记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[uncertain]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角色标签规范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标签命名是否一致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角色是否与转写内容匹配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角色切换时间是否精确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常见角色标注错误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相似音色角色混淆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切换点定位不准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缺少角色标注层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四、情感标注审核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情感分类准确性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情感类型判断是否与内容一致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是否混淆相近情感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悲伤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情感转折点是否标记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情感强度合理性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强度等级是否与表达匹配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强度变化是否记录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中立阈值是否合理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情感标注一致性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相似表达情感标注是否一致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不同标注者标注是否统一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情感标注与转写内容是否对应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常见情感标注错误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中性标注过多（忽略细微情感）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情感强度夸大或低估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忽略情感转折变化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五、异常音频处理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常见异常类型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背景噪音过大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音频截断或不完整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声音过小或失真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多人同时说话重叠严重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异常处理标准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噪音段：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[noise]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截断音频：注明原因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不可辨认：标记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[?]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严重异常：建议重新录制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音频质量检查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抽样率是否符合要求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(16kHz)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位深度是否正确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(16bit)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音频时长是否合理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声道数是否匹配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异常数据处理建议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记录异常数据清单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评估是否可修复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提供录制改进建议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六、审核报告编写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报告结构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审核基本信息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审核统计数据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错误类型分布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各维度审核结果详情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典型问题案例分析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问题汇总与趋势分析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改进建议与行动计划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数据准确，有理有据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问题描述清晰具体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改进建议可操作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格式规范，图文并茂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报告示例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转写审核：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总段落：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93.3%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主要问题：同音字误写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处，标点遗漏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七、课程整体回顾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本学期数据标注课程总结：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模块一：文本数据标注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标注基础、文本分类、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Doccano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模块二：图像数据标注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图像标注类型、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LabelImg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工具、质量检查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模块三：视频数据标注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视频抽帧、目标标注、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LabelStudio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、质量审核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模块四：语音数据标注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Praat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工具、语音分段、转写标注、角色标注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情感标注、多维度标注、数据集导出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质量审核与报告编写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收获：掌握了四大类型数据标注的全流程技能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课程圆满结束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感谢与祝福：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一个学期以来，我们共同学习了：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语音四大类型数据标注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多种专业标注工具的使用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标注规范与质量审核方法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希望大家：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将所学技能应用到实际工作中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数据行业的热情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持续学习，不断进步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标注是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的基础，你们是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时代的筑路人！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祝同学们前程似锦！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MR</dc:creator>
  <cp:lastModifiedBy>尻鸭</cp:lastModifiedBy>
  <cp:revision>157</cp:revision>
  <dcterms:created xsi:type="dcterms:W3CDTF">2019-06-19T02:08:00Z</dcterms:created>
  <dcterms:modified xsi:type="dcterms:W3CDTF">2026-07-01T00:50:02Z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B2D3554FFE964F208A60AAED944A39F5_11</vt:lpwstr>
  </property>
</Properties>
</file>