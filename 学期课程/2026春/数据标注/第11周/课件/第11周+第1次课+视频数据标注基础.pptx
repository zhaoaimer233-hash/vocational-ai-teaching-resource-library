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70" r:id="rId6"/>
    <p:sldId id="258" r:id="rId7"/>
    <p:sldId id="259" r:id="rId8"/>
    <p:sldId id="261" r:id="rId9"/>
    <p:sldId id="260" r:id="rId10"/>
    <p:sldId id="262" r:id="rId11"/>
    <p:sldId id="263" r:id="rId12"/>
    <p:sldId id="264" r:id="rId13"/>
    <p:sldId id="265" r:id="rId14"/>
    <p:sldId id="266" r:id="rId15"/>
    <p:sldId id="269" r:id="rId16"/>
  </p:sldIdLst>
  <p:sldSz cx="12192000" cy="6858000"/>
  <p:notesSz cx="6858000" cy="9144000"/>
  <p:custDataLst>
    <p:tags r:id="rId20"/>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5" d="100"/>
          <a:sy n="85" d="100"/>
        </p:scale>
        <p:origin x="600"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gs" Target="tags/tag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《子由将赴南都，与余会宿於逍遥堂，作两绝句》</a:t>
            </a:r>
            <a:endParaRPr lang="zh-CN" altLang="en-US"/>
          </a:p>
          <a:p>
            <a:r>
              <a:rPr lang="zh-CN" altLang="en-US"/>
              <a:t>宋代   苏轼</a:t>
            </a:r>
            <a:endParaRPr lang="zh-CN" altLang="en-US"/>
          </a:p>
          <a:p>
            <a:r>
              <a:rPr lang="zh-CN" altLang="en-US"/>
              <a:t>别期渐近不堪闻，风雨萧萧已断魂。</a:t>
            </a:r>
            <a:endParaRPr lang="zh-CN" altLang="en-US"/>
          </a:p>
          <a:p>
            <a:r>
              <a:rPr lang="zh-CN" altLang="en-US"/>
              <a:t>犹胜相逢不相识，形容变尽语音存。</a:t>
            </a:r>
            <a:endParaRPr lang="zh-CN" altLang="en-US"/>
          </a:p>
          <a:p>
            <a:r>
              <a:rPr lang="zh-CN" altLang="en-US"/>
              <a:t>从外貌上彼此已经不能互相认识，但往往会从声音上还能认出自己的亲人。</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76672"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205728" y="1600200"/>
            <a:ext cx="5376672"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186774" y="2665379"/>
            <a:ext cx="4873574"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256938" y="2665379"/>
            <a:ext cx="4897576"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70574"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09600" y="274638"/>
            <a:ext cx="10972800" cy="1143000"/>
          </a:xfrm>
          <a:prstGeom prst="rect">
            <a:avLst/>
          </a:prstGeom>
          <a:noFill/>
          <a:ln w="9525">
            <a:noFill/>
          </a:ln>
        </p:spPr>
        <p:txBody>
          <a:bodyPr anchor="ctr" anchorCtr="0"/>
          <a:lstStyle/>
          <a:p>
            <a:pPr lvl="0"/>
            <a:r>
              <a:rPr lang="zh-CN" altLang="en-US"/>
              <a:t>单击此处编辑母版标题样式</a:t>
            </a:r>
            <a:endParaRPr lang="zh-CN" altLang="en-US"/>
          </a:p>
        </p:txBody>
      </p:sp>
      <p:sp>
        <p:nvSpPr>
          <p:cNvPr id="1027" name="文本占位符 1026"/>
          <p:cNvSpPr>
            <a:spLocks noGrp="1"/>
          </p:cNvSpPr>
          <p:nvPr>
            <p:ph type="body"/>
          </p:nvPr>
        </p:nvSpPr>
        <p:spPr>
          <a:xfrm>
            <a:off x="609600" y="1600200"/>
            <a:ext cx="10972800" cy="4525963"/>
          </a:xfrm>
          <a:prstGeom prst="rect">
            <a:avLst/>
          </a:prstGeom>
          <a:noFill/>
          <a:ln w="9525">
            <a:noFill/>
          </a:ln>
        </p:spPr>
        <p:txBody>
          <a:bodyPr anchor="t" anchorCtr="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3073"/>
          <p:cNvSpPr>
            <a:spLocks noGrp="1"/>
          </p:cNvSpPr>
          <p:nvPr>
            <p:ph type="ctrTitle"/>
          </p:nvPr>
        </p:nvSpPr>
        <p:spPr>
          <a:xfrm>
            <a:off x="1055688" y="3860800"/>
            <a:ext cx="10318750" cy="936625"/>
          </a:xfrm>
        </p:spPr>
        <p:txBody>
          <a:bodyPr anchor="ctr" anchorCtr="0"/>
          <a:lstStyle/>
          <a:p>
            <a:pPr rtl="0"/>
            <a:r>
              <a:rPr kumimoji="0" lang="zh-CN" altLang="en-US" sz="5865" b="0" i="0" u="none" strike="noStrike" kern="1200" cap="none" spc="0" normalizeH="0" baseline="0" noProof="1" smtClean="0">
                <a:solidFill>
                  <a:schemeClr val="bg1"/>
                </a:solidFill>
                <a:latin typeface="黑体" panose="02010609060101010101" charset="-122"/>
                <a:ea typeface="黑体" panose="02010609060101010101" charset="-122"/>
                <a:cs typeface="+mj-cs"/>
              </a:rPr>
              <a:t>第三章</a:t>
            </a:r>
            <a:r>
              <a:rPr lang="en-US" altLang="zh-CN" sz="5865" noProof="1">
                <a:solidFill>
                  <a:schemeClr val="bg1"/>
                </a:solidFill>
                <a:latin typeface="黑体" panose="02010609060101010101" charset="-122"/>
                <a:ea typeface="黑体" panose="02010609060101010101" charset="-122"/>
              </a:rPr>
              <a:t> </a:t>
            </a:r>
            <a:r>
              <a:rPr lang="zh-CN" altLang="en-US" sz="5865" noProof="1" smtClean="0">
                <a:solidFill>
                  <a:schemeClr val="bg1"/>
                </a:solidFill>
                <a:latin typeface="黑体" panose="02010609060101010101" charset="-122"/>
                <a:ea typeface="黑体" panose="02010609060101010101" charset="-122"/>
              </a:rPr>
              <a:t>视频</a:t>
            </a:r>
            <a:r>
              <a:rPr lang="zh-CN" altLang="en-US" sz="5865" noProof="1">
                <a:solidFill>
                  <a:schemeClr val="bg1"/>
                </a:solidFill>
                <a:latin typeface="黑体" panose="02010609060101010101" charset="-122"/>
                <a:ea typeface="黑体" panose="02010609060101010101" charset="-122"/>
              </a:rPr>
              <a:t>标注项目</a:t>
            </a:r>
            <a:endParaRPr kumimoji="0" lang="en-US" altLang="zh-CN" sz="5865" b="0" i="0" u="none" strike="noStrike" kern="1200" cap="none" spc="0" normalizeH="0" baseline="0" noProof="1">
              <a:solidFill>
                <a:schemeClr val="bg1"/>
              </a:solidFill>
              <a:latin typeface="黑体" panose="02010609060101010101" charset="-122"/>
              <a:ea typeface="黑体" panose="02010609060101010101" charset="-122"/>
              <a:cs typeface="+mj-cs"/>
            </a:endParaRPr>
          </a:p>
        </p:txBody>
      </p:sp>
      <p:sp>
        <p:nvSpPr>
          <p:cNvPr id="3075" name="副标题 3074"/>
          <p:cNvSpPr>
            <a:spLocks noGrp="1"/>
          </p:cNvSpPr>
          <p:nvPr>
            <p:ph type="subTitle" idx="1"/>
          </p:nvPr>
        </p:nvSpPr>
        <p:spPr>
          <a:xfrm>
            <a:off x="1847850" y="5013325"/>
            <a:ext cx="8534400" cy="858838"/>
          </a:xfrm>
        </p:spPr>
        <p:txBody>
          <a:bodyPr/>
          <a:lstStyle/>
          <a:p>
            <a:pPr rtl="0"/>
            <a:r>
              <a:rPr kumimoji="0" lang="zh-CN" sz="4265" b="0" i="0" u="none" strike="noStrike" kern="1200" cap="none" spc="0" normalizeH="0" baseline="0" noProof="1">
                <a:solidFill>
                  <a:srgbClr val="C00000"/>
                </a:solidFill>
                <a:latin typeface="Arial" panose="020B0604020202020204" pitchFamily="34" charset="0"/>
                <a:ea typeface="宋体" panose="02010600030101010101" pitchFamily="2" charset="-122"/>
                <a:cs typeface="+mn-cs"/>
              </a:rPr>
              <a:t>任务</a:t>
            </a:r>
            <a:r>
              <a:rPr kumimoji="0" lang="zh-CN" sz="4265" b="0" i="0" u="none" strike="noStrike" kern="1200" cap="none" spc="0" normalizeH="0" baseline="0" noProof="1" smtClean="0">
                <a:solidFill>
                  <a:srgbClr val="C00000"/>
                </a:solidFill>
                <a:latin typeface="Arial" panose="020B0604020202020204" pitchFamily="34" charset="0"/>
                <a:ea typeface="宋体" panose="02010600030101010101" pitchFamily="2" charset="-122"/>
                <a:cs typeface="+mn-cs"/>
              </a:rPr>
              <a:t>一</a:t>
            </a:r>
            <a:r>
              <a:rPr kumimoji="0" lang="en-US" altLang="zh-CN" sz="4265" b="0" i="0" u="none" strike="noStrike" kern="1200" cap="none" spc="0" normalizeH="0" baseline="0" noProof="1" smtClean="0">
                <a:solidFill>
                  <a:srgbClr val="C00000"/>
                </a:solidFill>
                <a:latin typeface="Arial" panose="020B0604020202020204" pitchFamily="34" charset="0"/>
                <a:ea typeface="宋体" panose="02010600030101010101" pitchFamily="2" charset="-122"/>
                <a:cs typeface="+mn-cs"/>
              </a:rPr>
              <a:t>   </a:t>
            </a:r>
            <a:r>
              <a:rPr lang="zh-CN" altLang="en-US" sz="4265" noProof="1" smtClean="0">
                <a:solidFill>
                  <a:srgbClr val="C00000"/>
                </a:solidFill>
                <a:latin typeface="Arial" panose="020B0604020202020204" pitchFamily="34" charset="0"/>
                <a:ea typeface="宋体" panose="02010600030101010101" pitchFamily="2" charset="-122"/>
              </a:rPr>
              <a:t>视频分类</a:t>
            </a:r>
            <a:r>
              <a:rPr lang="zh-CN" altLang="en-US" sz="4265" noProof="1">
                <a:solidFill>
                  <a:srgbClr val="C00000"/>
                </a:solidFill>
                <a:latin typeface="Arial" panose="020B0604020202020204" pitchFamily="34" charset="0"/>
                <a:ea typeface="宋体" panose="02010600030101010101" pitchFamily="2" charset="-122"/>
              </a:rPr>
              <a:t>标注任务</a:t>
            </a:r>
            <a:endParaRPr kumimoji="0" lang="en-US" altLang="zh-CN" sz="4265" b="0" i="0" u="none" strike="noStrike" kern="1200" cap="none" spc="0" normalizeH="0" baseline="0" noProof="1">
              <a:solidFill>
                <a:srgbClr val="FF0000"/>
              </a:solidFill>
              <a:latin typeface="Arial" panose="020B0604020202020204" pitchFamily="34" charset="0"/>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内容占位符 1"/>
          <p:cNvSpPr/>
          <p:nvPr>
            <p:ph idx="1"/>
          </p:nvPr>
        </p:nvSpPr>
        <p:spPr>
          <a:xfrm>
            <a:off x="1055370" y="2509520"/>
            <a:ext cx="7242175" cy="2104390"/>
          </a:xfrm>
        </p:spPr>
        <p:txBody>
          <a:bodyPr/>
          <a:p>
            <a:pPr algn="r">
              <a:buNone/>
            </a:pPr>
            <a:r>
              <a:rPr lang="en-US">
                <a:latin typeface="黑体" panose="02010609060101010101" charset="-122"/>
                <a:ea typeface="黑体" panose="02010609060101010101" charset="-122"/>
                <a:cs typeface="黑体" panose="02010609060101010101" charset="-122"/>
                <a:sym typeface="+mn-ea"/>
              </a:rPr>
              <a:t>“犹胜相逢不相识，形容变尽语音存。”</a:t>
            </a:r>
            <a:endParaRPr lang="en-US">
              <a:latin typeface="黑体" panose="02010609060101010101" charset="-122"/>
              <a:ea typeface="黑体" panose="02010609060101010101" charset="-122"/>
              <a:cs typeface="黑体" panose="02010609060101010101" charset="-122"/>
              <a:sym typeface="+mn-ea"/>
            </a:endParaRPr>
          </a:p>
          <a:p>
            <a:pPr algn="r">
              <a:buNone/>
            </a:pPr>
            <a:endParaRPr lang="en-US">
              <a:latin typeface="黑体" panose="02010609060101010101" charset="-122"/>
              <a:ea typeface="黑体" panose="02010609060101010101" charset="-122"/>
              <a:cs typeface="黑体" panose="02010609060101010101" charset="-122"/>
              <a:sym typeface="+mn-ea"/>
            </a:endParaRPr>
          </a:p>
          <a:p>
            <a:pPr algn="r">
              <a:buNone/>
            </a:pPr>
            <a:r>
              <a:rPr lang="en-US">
                <a:latin typeface="黑体" panose="02010609060101010101" charset="-122"/>
                <a:ea typeface="黑体" panose="02010609060101010101" charset="-122"/>
                <a:cs typeface="黑体" panose="02010609060101010101" charset="-122"/>
                <a:sym typeface="+mn-ea"/>
              </a:rPr>
              <a:t>----苏轼</a:t>
            </a:r>
            <a:endParaRPr lang="zh-CN" altLang="en-US">
              <a:latin typeface="黑体" panose="02010609060101010101" charset="-122"/>
              <a:ea typeface="黑体" panose="02010609060101010101" charset="-122"/>
              <a:cs typeface="黑体" panose="02010609060101010101" charset="-122"/>
            </a:endParaRPr>
          </a:p>
        </p:txBody>
      </p:sp>
      <p:pic>
        <p:nvPicPr>
          <p:cNvPr id="100" name="图片 99"/>
          <p:cNvPicPr/>
          <p:nvPr>
            <p:custDataLst>
              <p:tags r:id="rId1"/>
            </p:custDataLst>
          </p:nvPr>
        </p:nvPicPr>
        <p:blipFill>
          <a:blip r:embed="rId2"/>
          <a:srcRect b="8895"/>
          <a:stretch>
            <a:fillRect/>
          </a:stretch>
        </p:blipFill>
        <p:spPr>
          <a:xfrm>
            <a:off x="8544560" y="1556385"/>
            <a:ext cx="2743200" cy="401002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zh-CN" altLang="en-US" sz="4000" dirty="0">
                <a:latin typeface="黑体" panose="02010609060101010101" charset="-122"/>
                <a:ea typeface="黑体" panose="02010609060101010101" charset="-122"/>
              </a:rPr>
              <a:t>内容概括</a:t>
            </a:r>
            <a:endParaRPr lang="en-US" altLang="zh-CN" sz="4000" dirty="0">
              <a:latin typeface="黑体" panose="02010609060101010101" charset="-122"/>
              <a:ea typeface="黑体" panose="02010609060101010101" charset="-122"/>
            </a:endParaRPr>
          </a:p>
        </p:txBody>
      </p:sp>
      <p:sp>
        <p:nvSpPr>
          <p:cNvPr id="3075" name="内容占位符 2"/>
          <p:cNvSpPr>
            <a:spLocks noGrp="1"/>
          </p:cNvSpPr>
          <p:nvPr>
            <p:ph idx="1"/>
          </p:nvPr>
        </p:nvSpPr>
        <p:spPr>
          <a:xfrm>
            <a:off x="1463675" y="1600200"/>
            <a:ext cx="9591675" cy="4525963"/>
          </a:xfrm>
        </p:spPr>
        <p:txBody>
          <a:bodyPr anchor="t" anchorCtr="0"/>
          <a:lstStyle/>
          <a:p>
            <a:r>
              <a:rPr lang="zh-CN" altLang="en-US" dirty="0" smtClean="0">
                <a:latin typeface="黑体" panose="02010609060101010101" charset="-122"/>
                <a:ea typeface="黑体" panose="02010609060101010101" charset="-122"/>
              </a:rPr>
              <a:t>知识背景</a:t>
            </a:r>
            <a:endParaRPr lang="en-US" altLang="zh-CN" dirty="0">
              <a:latin typeface="黑体" panose="02010609060101010101" charset="-122"/>
              <a:ea typeface="黑体" panose="02010609060101010101" charset="-122"/>
            </a:endParaRPr>
          </a:p>
          <a:p>
            <a:r>
              <a:rPr lang="zh-CN" altLang="en-US" dirty="0">
                <a:latin typeface="黑体" panose="02010609060101010101" charset="-122"/>
                <a:ea typeface="黑体" panose="02010609060101010101" charset="-122"/>
              </a:rPr>
              <a:t>典型应用</a:t>
            </a:r>
            <a:r>
              <a:rPr lang="zh-CN" altLang="en-US" dirty="0" smtClean="0">
                <a:latin typeface="黑体" panose="02010609060101010101" charset="-122"/>
                <a:ea typeface="黑体" panose="02010609060101010101" charset="-122"/>
              </a:rPr>
              <a:t>场景</a:t>
            </a:r>
            <a:endParaRPr lang="en-US" altLang="zh-CN" dirty="0" smtClean="0">
              <a:latin typeface="黑体" panose="02010609060101010101" charset="-122"/>
              <a:ea typeface="黑体" panose="02010609060101010101" charset="-122"/>
            </a:endParaRPr>
          </a:p>
          <a:p>
            <a:r>
              <a:rPr lang="zh-CN" altLang="en-US" dirty="0">
                <a:latin typeface="黑体" panose="02010609060101010101" charset="-122"/>
                <a:ea typeface="黑体" panose="02010609060101010101" charset="-122"/>
              </a:rPr>
              <a:t>实践标注操作</a:t>
            </a:r>
            <a:endParaRPr lang="en-US" altLang="zh-CN" dirty="0">
              <a:latin typeface="黑体" panose="02010609060101010101" charset="-122"/>
              <a:ea typeface="黑体"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en-US" altLang="zh-CN" sz="4000" dirty="0">
                <a:latin typeface="黑体" panose="02010609060101010101" charset="-122"/>
                <a:ea typeface="黑体" panose="02010609060101010101" charset="-122"/>
              </a:rPr>
              <a:t>1</a:t>
            </a:r>
            <a:r>
              <a:rPr lang="en-US" altLang="zh-CN" sz="4000" dirty="0" smtClean="0">
                <a:latin typeface="黑体" panose="02010609060101010101" charset="-122"/>
                <a:ea typeface="黑体" panose="02010609060101010101" charset="-122"/>
              </a:rPr>
              <a:t>.</a:t>
            </a:r>
            <a:r>
              <a:rPr lang="zh-CN" altLang="en-US" sz="4000" dirty="0" smtClean="0">
                <a:latin typeface="黑体" panose="02010609060101010101" charset="-122"/>
                <a:ea typeface="黑体" panose="02010609060101010101" charset="-122"/>
              </a:rPr>
              <a:t> </a:t>
            </a:r>
            <a:r>
              <a:rPr lang="zh-CN" altLang="en-US" sz="4000" dirty="0" smtClean="0">
                <a:latin typeface="黑体" panose="02010609060101010101" charset="-122"/>
                <a:ea typeface="黑体" panose="02010609060101010101" charset="-122"/>
                <a:sym typeface="+mn-ea"/>
              </a:rPr>
              <a:t>知识背景</a:t>
            </a:r>
            <a:endParaRPr lang="en-US" altLang="zh-CN" sz="4000" dirty="0" smtClean="0">
              <a:latin typeface="黑体" panose="02010609060101010101" charset="-122"/>
              <a:ea typeface="黑体" panose="02010609060101010101" charset="-122"/>
            </a:endParaRPr>
          </a:p>
        </p:txBody>
      </p:sp>
      <p:sp>
        <p:nvSpPr>
          <p:cNvPr id="2" name="内容占位符 1"/>
          <p:cNvSpPr>
            <a:spLocks noGrp="1"/>
          </p:cNvSpPr>
          <p:nvPr>
            <p:ph idx="1"/>
          </p:nvPr>
        </p:nvSpPr>
        <p:spPr>
          <a:xfrm>
            <a:off x="735012" y="1700808"/>
            <a:ext cx="10972800" cy="4525963"/>
          </a:xfrm>
        </p:spPr>
        <p:txBody>
          <a:bodyPr/>
          <a:lstStyle/>
          <a:p>
            <a:pPr marL="0" indent="0">
              <a:buNone/>
            </a:pPr>
            <a:r>
              <a:rPr lang="zh-CN" altLang="en-US" dirty="0">
                <a:latin typeface="黑体" panose="02010609060101010101" charset="-122"/>
                <a:ea typeface="黑体" panose="02010609060101010101" charset="-122"/>
              </a:rPr>
              <a:t>视频分类是人工智能计算机视觉领域中的一个重要研究方向。根据视频数据中的对象、对象的动作信息及场景信息、场景的演化信息等特征将视频数据归为不同的类，分类后就有利于对视频数据进行监管和处理。</a:t>
            </a:r>
            <a:endParaRPr lang="zh-CN" altLang="en-US" dirty="0">
              <a:latin typeface="黑体" panose="02010609060101010101" charset="-122"/>
              <a:ea typeface="黑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en-US" altLang="zh-CN" sz="4000" dirty="0">
                <a:latin typeface="黑体" panose="02010609060101010101" charset="-122"/>
                <a:ea typeface="黑体" panose="02010609060101010101" charset="-122"/>
              </a:rPr>
              <a:t>1</a:t>
            </a:r>
            <a:r>
              <a:rPr lang="en-US" altLang="zh-CN" sz="4000" dirty="0" smtClean="0">
                <a:latin typeface="黑体" panose="02010609060101010101" charset="-122"/>
                <a:ea typeface="黑体" panose="02010609060101010101" charset="-122"/>
              </a:rPr>
              <a:t>.</a:t>
            </a:r>
            <a:r>
              <a:rPr lang="zh-CN" altLang="en-US" sz="4000" dirty="0" smtClean="0">
                <a:latin typeface="黑体" panose="02010609060101010101" charset="-122"/>
                <a:ea typeface="黑体" panose="02010609060101010101" charset="-122"/>
              </a:rPr>
              <a:t> </a:t>
            </a:r>
            <a:r>
              <a:rPr lang="zh-CN" altLang="en-US" sz="4000" dirty="0" smtClean="0">
                <a:latin typeface="黑体" panose="02010609060101010101" charset="-122"/>
                <a:ea typeface="黑体" panose="02010609060101010101" charset="-122"/>
                <a:sym typeface="+mn-ea"/>
              </a:rPr>
              <a:t>知识背景</a:t>
            </a:r>
            <a:endParaRPr lang="en-US" altLang="zh-CN" sz="4000" dirty="0">
              <a:latin typeface="黑体" panose="02010609060101010101" charset="-122"/>
              <a:ea typeface="黑体" panose="02010609060101010101" charset="-122"/>
            </a:endParaRPr>
          </a:p>
        </p:txBody>
      </p:sp>
      <p:sp>
        <p:nvSpPr>
          <p:cNvPr id="2" name="内容占位符 1"/>
          <p:cNvSpPr>
            <a:spLocks noGrp="1"/>
          </p:cNvSpPr>
          <p:nvPr>
            <p:ph idx="1"/>
          </p:nvPr>
        </p:nvSpPr>
        <p:spPr>
          <a:xfrm>
            <a:off x="735012" y="1700808"/>
            <a:ext cx="6225084" cy="4525963"/>
          </a:xfrm>
        </p:spPr>
        <p:txBody>
          <a:bodyPr/>
          <a:lstStyle/>
          <a:p>
            <a:pPr marL="0" indent="0">
              <a:buNone/>
            </a:pPr>
            <a:r>
              <a:rPr lang="zh-CN" altLang="en-US" dirty="0" smtClean="0">
                <a:latin typeface="黑体" panose="02010609060101010101" charset="-122"/>
                <a:ea typeface="黑体" panose="02010609060101010101" charset="-122"/>
                <a:cs typeface="黑体" panose="02010609060101010101" charset="-122"/>
              </a:rPr>
              <a:t>抖音作为</a:t>
            </a:r>
            <a:r>
              <a:rPr lang="zh-CN" altLang="en-US" dirty="0">
                <a:latin typeface="黑体" panose="02010609060101010101" charset="-122"/>
                <a:ea typeface="黑体" panose="02010609060101010101" charset="-122"/>
                <a:cs typeface="黑体" panose="02010609060101010101" charset="-122"/>
              </a:rPr>
              <a:t>将中国传统文化“出口”到海外，现已成为中国产品在海外获得成功的又一杰作。</a:t>
            </a:r>
            <a:r>
              <a:rPr lang="zh-CN" altLang="en-US" dirty="0" smtClean="0">
                <a:latin typeface="黑体" panose="02010609060101010101" charset="-122"/>
                <a:ea typeface="黑体" panose="02010609060101010101" charset="-122"/>
                <a:cs typeface="黑体" panose="02010609060101010101" charset="-122"/>
              </a:rPr>
              <a:t>但从</a:t>
            </a:r>
            <a:r>
              <a:rPr lang="zh-CN" altLang="en-US" dirty="0">
                <a:latin typeface="黑体" panose="02010609060101010101" charset="-122"/>
                <a:ea typeface="黑体" panose="02010609060101010101" charset="-122"/>
                <a:cs typeface="黑体" panose="02010609060101010101" charset="-122"/>
              </a:rPr>
              <a:t>如此海量的视频数据中获得感兴趣的</a:t>
            </a:r>
            <a:r>
              <a:rPr lang="zh-CN" altLang="en-US" dirty="0" smtClean="0">
                <a:latin typeface="黑体" panose="02010609060101010101" charset="-122"/>
                <a:ea typeface="黑体" panose="02010609060101010101" charset="-122"/>
                <a:cs typeface="黑体" panose="02010609060101010101" charset="-122"/>
              </a:rPr>
              <a:t>内容，</a:t>
            </a:r>
            <a:r>
              <a:rPr lang="zh-CN" altLang="en-US" dirty="0">
                <a:latin typeface="黑体" panose="02010609060101010101" charset="-122"/>
                <a:ea typeface="黑体" panose="02010609060101010101" charset="-122"/>
                <a:cs typeface="黑体" panose="02010609060101010101" charset="-122"/>
              </a:rPr>
              <a:t>必须有新的检索方式来满足互联网用户对视频等多媒体数据日益增长的</a:t>
            </a:r>
            <a:r>
              <a:rPr lang="zh-CN" altLang="en-US" dirty="0">
                <a:solidFill>
                  <a:srgbClr val="FF0000"/>
                </a:solidFill>
                <a:latin typeface="黑体" panose="02010609060101010101" charset="-122"/>
                <a:ea typeface="黑体" panose="02010609060101010101" charset="-122"/>
                <a:cs typeface="黑体" panose="02010609060101010101" charset="-122"/>
              </a:rPr>
              <a:t>检索</a:t>
            </a:r>
            <a:r>
              <a:rPr lang="zh-CN" altLang="en-US" dirty="0">
                <a:latin typeface="黑体" panose="02010609060101010101" charset="-122"/>
                <a:ea typeface="黑体" panose="02010609060101010101" charset="-122"/>
                <a:cs typeface="黑体" panose="02010609060101010101" charset="-122"/>
              </a:rPr>
              <a:t>需求。</a:t>
            </a:r>
            <a:endParaRPr lang="zh-CN" altLang="en-US" dirty="0">
              <a:latin typeface="黑体" panose="02010609060101010101" charset="-122"/>
              <a:ea typeface="黑体" panose="02010609060101010101" charset="-122"/>
              <a:cs typeface="黑体" panose="02010609060101010101" charset="-122"/>
            </a:endParaRPr>
          </a:p>
        </p:txBody>
      </p:sp>
      <p:pic>
        <p:nvPicPr>
          <p:cNvPr id="4" name="图片 3"/>
          <p:cNvPicPr/>
          <p:nvPr/>
        </p:nvPicPr>
        <p:blipFill>
          <a:blip r:embed="rId1"/>
          <a:stretch>
            <a:fillRect/>
          </a:stretch>
        </p:blipFill>
        <p:spPr>
          <a:xfrm>
            <a:off x="7104112" y="1700808"/>
            <a:ext cx="4824536" cy="3600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en-US" altLang="zh-CN" sz="4000" dirty="0" smtClean="0">
                <a:latin typeface="黑体" panose="02010609060101010101" charset="-122"/>
                <a:ea typeface="黑体" panose="02010609060101010101" charset="-122"/>
              </a:rPr>
              <a:t>2.</a:t>
            </a:r>
            <a:r>
              <a:rPr lang="zh-CN" altLang="en-US" sz="4000" dirty="0">
                <a:latin typeface="黑体" panose="02010609060101010101" charset="-122"/>
                <a:ea typeface="黑体" panose="02010609060101010101" charset="-122"/>
              </a:rPr>
              <a:t>典型应用</a:t>
            </a:r>
            <a:r>
              <a:rPr lang="zh-CN" altLang="en-US" sz="4000" dirty="0" smtClean="0">
                <a:latin typeface="黑体" panose="02010609060101010101" charset="-122"/>
                <a:ea typeface="黑体" panose="02010609060101010101" charset="-122"/>
              </a:rPr>
              <a:t>场景</a:t>
            </a:r>
            <a:endParaRPr lang="en-US" altLang="zh-CN" sz="4000" dirty="0">
              <a:latin typeface="黑体" panose="02010609060101010101" charset="-122"/>
              <a:ea typeface="黑体" panose="02010609060101010101" charset="-122"/>
            </a:endParaRPr>
          </a:p>
        </p:txBody>
      </p:sp>
      <p:sp>
        <p:nvSpPr>
          <p:cNvPr id="3" name="内容占位符 2"/>
          <p:cNvSpPr>
            <a:spLocks noGrp="1"/>
          </p:cNvSpPr>
          <p:nvPr>
            <p:ph idx="1"/>
          </p:nvPr>
        </p:nvSpPr>
        <p:spPr/>
        <p:txBody>
          <a:bodyPr/>
          <a:lstStyle/>
          <a:p>
            <a:r>
              <a:rPr lang="zh-CN" altLang="en-US" dirty="0">
                <a:latin typeface="黑体" panose="02010609060101010101" charset="-122"/>
                <a:ea typeface="黑体" panose="02010609060101010101" charset="-122"/>
              </a:rPr>
              <a:t>基于内容的视频</a:t>
            </a:r>
            <a:r>
              <a:rPr lang="zh-CN" altLang="en-US" dirty="0" smtClean="0">
                <a:latin typeface="黑体" panose="02010609060101010101" charset="-122"/>
                <a:ea typeface="黑体" panose="02010609060101010101" charset="-122"/>
              </a:rPr>
              <a:t>检索</a:t>
            </a:r>
            <a:endParaRPr lang="en-US" altLang="zh-CN" dirty="0" smtClean="0">
              <a:latin typeface="黑体" panose="02010609060101010101" charset="-122"/>
              <a:ea typeface="黑体" panose="02010609060101010101" charset="-122"/>
            </a:endParaRPr>
          </a:p>
          <a:p>
            <a:r>
              <a:rPr lang="zh-CN" altLang="zh-CN" dirty="0">
                <a:latin typeface="黑体" panose="02010609060101010101" charset="-122"/>
                <a:ea typeface="黑体" panose="02010609060101010101" charset="-122"/>
              </a:rPr>
              <a:t>智能视频</a:t>
            </a:r>
            <a:r>
              <a:rPr lang="zh-CN" altLang="zh-CN" dirty="0" smtClean="0">
                <a:solidFill>
                  <a:srgbClr val="FF0000"/>
                </a:solidFill>
                <a:latin typeface="黑体" panose="02010609060101010101" charset="-122"/>
                <a:ea typeface="黑体" panose="02010609060101010101" charset="-122"/>
              </a:rPr>
              <a:t>监控</a:t>
            </a:r>
            <a:r>
              <a:rPr lang="zh-CN" altLang="zh-CN" dirty="0" smtClean="0">
                <a:latin typeface="黑体" panose="02010609060101010101" charset="-122"/>
                <a:ea typeface="黑体" panose="02010609060101010101" charset="-122"/>
              </a:rPr>
              <a:t>系统</a:t>
            </a:r>
            <a:endParaRPr lang="en-US" altLang="zh-CN" dirty="0" smtClean="0">
              <a:latin typeface="黑体" panose="02010609060101010101" charset="-122"/>
              <a:ea typeface="黑体" panose="02010609060101010101" charset="-122"/>
            </a:endParaRPr>
          </a:p>
          <a:p>
            <a:r>
              <a:rPr lang="zh-CN" altLang="zh-CN" dirty="0">
                <a:latin typeface="黑体" panose="02010609060101010101" charset="-122"/>
                <a:ea typeface="黑体" panose="02010609060101010101" charset="-122"/>
              </a:rPr>
              <a:t>智能视频</a:t>
            </a:r>
            <a:r>
              <a:rPr lang="zh-CN" altLang="zh-CN" dirty="0">
                <a:solidFill>
                  <a:srgbClr val="FF0000"/>
                </a:solidFill>
                <a:latin typeface="黑体" panose="02010609060101010101" charset="-122"/>
                <a:ea typeface="黑体" panose="02010609060101010101" charset="-122"/>
              </a:rPr>
              <a:t>审核</a:t>
            </a:r>
            <a:r>
              <a:rPr lang="zh-CN" altLang="zh-CN" dirty="0" smtClean="0">
                <a:latin typeface="黑体" panose="02010609060101010101" charset="-122"/>
                <a:ea typeface="黑体" panose="02010609060101010101" charset="-122"/>
              </a:rPr>
              <a:t>系统</a:t>
            </a:r>
            <a:endParaRPr lang="en-US" altLang="zh-CN" dirty="0" smtClean="0">
              <a:latin typeface="黑体" panose="02010609060101010101" charset="-122"/>
              <a:ea typeface="黑体" panose="02010609060101010101" charset="-122"/>
            </a:endParaRPr>
          </a:p>
          <a:p>
            <a:r>
              <a:rPr lang="zh-CN" altLang="zh-CN" dirty="0">
                <a:latin typeface="黑体" panose="02010609060101010101" charset="-122"/>
                <a:ea typeface="黑体" panose="02010609060101010101" charset="-122"/>
              </a:rPr>
              <a:t>自动驾驶</a:t>
            </a:r>
            <a:r>
              <a:rPr lang="zh-CN" altLang="zh-CN" dirty="0" smtClean="0">
                <a:latin typeface="黑体" panose="02010609060101010101" charset="-122"/>
                <a:ea typeface="黑体" panose="02010609060101010101" charset="-122"/>
              </a:rPr>
              <a:t>系统</a:t>
            </a:r>
            <a:endParaRPr lang="en-US" altLang="zh-CN" dirty="0" smtClean="0">
              <a:latin typeface="黑体" panose="02010609060101010101" charset="-122"/>
              <a:ea typeface="黑体" panose="02010609060101010101" charset="-122"/>
            </a:endParaRPr>
          </a:p>
          <a:p>
            <a:pPr>
              <a:buNone/>
            </a:pPr>
            <a:endParaRPr lang="zh-CN" altLang="en-US" dirty="0">
              <a:latin typeface="黑体" panose="02010609060101010101" charset="-122"/>
              <a:ea typeface="黑体" panose="02010609060101010101" charset="-122"/>
            </a:endParaRPr>
          </a:p>
        </p:txBody>
      </p:sp>
      <p:pic>
        <p:nvPicPr>
          <p:cNvPr id="6" name="图片 5"/>
          <p:cNvPicPr/>
          <p:nvPr/>
        </p:nvPicPr>
        <p:blipFill>
          <a:blip r:embed="rId1"/>
          <a:stretch>
            <a:fillRect/>
          </a:stretch>
        </p:blipFill>
        <p:spPr>
          <a:xfrm>
            <a:off x="7176095" y="2852743"/>
            <a:ext cx="3065780" cy="3216275"/>
          </a:xfrm>
          <a:prstGeom prst="rect">
            <a:avLst/>
          </a:prstGeom>
        </p:spPr>
      </p:pic>
      <p:pic>
        <p:nvPicPr>
          <p:cNvPr id="7" name="图片 6"/>
          <p:cNvPicPr/>
          <p:nvPr/>
        </p:nvPicPr>
        <p:blipFill>
          <a:blip r:embed="rId2"/>
          <a:stretch>
            <a:fillRect/>
          </a:stretch>
        </p:blipFill>
        <p:spPr>
          <a:xfrm>
            <a:off x="5735776" y="1196340"/>
            <a:ext cx="5739765" cy="1899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en-US" altLang="zh-CN" sz="4000" dirty="0" smtClean="0">
                <a:latin typeface="黑体" panose="02010609060101010101" charset="-122"/>
                <a:ea typeface="黑体" panose="02010609060101010101" charset="-122"/>
              </a:rPr>
              <a:t>3.</a:t>
            </a:r>
            <a:r>
              <a:rPr lang="zh-CN" altLang="en-US" sz="4000" dirty="0">
                <a:latin typeface="黑体" panose="02010609060101010101" charset="-122"/>
                <a:ea typeface="黑体" panose="02010609060101010101" charset="-122"/>
              </a:rPr>
              <a:t>实践标注操作</a:t>
            </a:r>
            <a:endParaRPr lang="en-US" altLang="zh-CN" sz="4000" dirty="0">
              <a:latin typeface="黑体" panose="02010609060101010101" charset="-122"/>
              <a:ea typeface="黑体" panose="02010609060101010101" charset="-122"/>
            </a:endParaRPr>
          </a:p>
        </p:txBody>
      </p:sp>
      <p:sp>
        <p:nvSpPr>
          <p:cNvPr id="5" name="内容占位符 4"/>
          <p:cNvSpPr>
            <a:spLocks noGrp="1"/>
          </p:cNvSpPr>
          <p:nvPr>
            <p:ph idx="1"/>
          </p:nvPr>
        </p:nvSpPr>
        <p:spPr>
          <a:xfrm>
            <a:off x="623570" y="1412875"/>
            <a:ext cx="10972800" cy="4525963"/>
          </a:xfrm>
        </p:spPr>
        <p:txBody>
          <a:bodyPr/>
          <a:lstStyle/>
          <a:p>
            <a:pPr marL="0" indent="0">
              <a:buNone/>
            </a:pPr>
            <a:r>
              <a:rPr lang="zh-CN" altLang="en-US" dirty="0" smtClean="0">
                <a:latin typeface="黑体" panose="02010609060101010101" charset="-122"/>
                <a:ea typeface="黑体" panose="02010609060101010101" charset="-122"/>
                <a:cs typeface="黑体" panose="02010609060101010101" charset="-122"/>
              </a:rPr>
              <a:t>（</a:t>
            </a:r>
            <a:r>
              <a:rPr lang="en-US" altLang="zh-CN" dirty="0" smtClean="0">
                <a:latin typeface="黑体" panose="02010609060101010101" charset="-122"/>
                <a:ea typeface="黑体" panose="02010609060101010101" charset="-122"/>
                <a:cs typeface="黑体" panose="02010609060101010101" charset="-122"/>
              </a:rPr>
              <a:t>1</a:t>
            </a:r>
            <a:r>
              <a:rPr lang="zh-CN" altLang="en-US" dirty="0" smtClean="0">
                <a:latin typeface="黑体" panose="02010609060101010101" charset="-122"/>
                <a:ea typeface="黑体" panose="02010609060101010101" charset="-122"/>
                <a:cs typeface="黑体" panose="02010609060101010101" charset="-122"/>
              </a:rPr>
              <a:t>）</a:t>
            </a:r>
            <a:r>
              <a:rPr lang="zh-CN" altLang="zh-CN" dirty="0">
                <a:latin typeface="黑体" panose="02010609060101010101" charset="-122"/>
                <a:ea typeface="黑体" panose="02010609060101010101" charset="-122"/>
                <a:cs typeface="黑体" panose="02010609060101010101" charset="-122"/>
              </a:rPr>
              <a:t>准备</a:t>
            </a:r>
            <a:r>
              <a:rPr lang="zh-CN" altLang="zh-CN" dirty="0" smtClean="0">
                <a:latin typeface="黑体" panose="02010609060101010101" charset="-122"/>
                <a:ea typeface="黑体" panose="02010609060101010101" charset="-122"/>
                <a:cs typeface="黑体" panose="02010609060101010101" charset="-122"/>
              </a:rPr>
              <a:t>数据</a:t>
            </a:r>
            <a:endParaRPr lang="en-US" altLang="zh-CN" dirty="0" smtClean="0">
              <a:latin typeface="黑体" panose="02010609060101010101" charset="-122"/>
              <a:ea typeface="黑体" panose="02010609060101010101" charset="-122"/>
              <a:cs typeface="黑体" panose="02010609060101010101" charset="-122"/>
            </a:endParaRPr>
          </a:p>
          <a:p>
            <a:pPr marL="0" indent="0">
              <a:buNone/>
            </a:pPr>
            <a:r>
              <a:rPr lang="zh-CN" altLang="en-US" sz="2400" dirty="0" smtClean="0">
                <a:latin typeface="黑体" panose="02010609060101010101" charset="-122"/>
                <a:ea typeface="黑体" panose="02010609060101010101" charset="-122"/>
                <a:cs typeface="黑体" panose="02010609060101010101" charset="-122"/>
              </a:rPr>
              <a:t>来自互联网</a:t>
            </a:r>
            <a:r>
              <a:rPr lang="zh-CN" altLang="en-US" sz="2400" dirty="0">
                <a:latin typeface="黑体" panose="02010609060101010101" charset="-122"/>
                <a:ea typeface="黑体" panose="02010609060101010101" charset="-122"/>
                <a:cs typeface="黑体" panose="02010609060101010101" charset="-122"/>
              </a:rPr>
              <a:t>的三段短视频，分别是“张骞出塞”，“丹青文脉”和“奥运赛事”，格式为</a:t>
            </a:r>
            <a:r>
              <a:rPr lang="en-US" altLang="zh-CN" sz="2400" dirty="0">
                <a:latin typeface="黑体" panose="02010609060101010101" charset="-122"/>
                <a:ea typeface="黑体" panose="02010609060101010101" charset="-122"/>
                <a:cs typeface="黑体" panose="02010609060101010101" charset="-122"/>
              </a:rPr>
              <a:t>mp4</a:t>
            </a:r>
            <a:endParaRPr lang="en-US" altLang="zh-CN" sz="2400" dirty="0" smtClean="0">
              <a:latin typeface="黑体" panose="02010609060101010101" charset="-122"/>
              <a:ea typeface="黑体" panose="02010609060101010101" charset="-122"/>
              <a:cs typeface="黑体" panose="02010609060101010101" charset="-122"/>
            </a:endParaRPr>
          </a:p>
          <a:p>
            <a:pPr marL="0" indent="0">
              <a:buNone/>
            </a:pPr>
            <a:r>
              <a:rPr lang="zh-CN" altLang="en-US" dirty="0" smtClean="0">
                <a:latin typeface="黑体" panose="02010609060101010101" charset="-122"/>
                <a:ea typeface="黑体" panose="02010609060101010101" charset="-122"/>
                <a:cs typeface="黑体" panose="02010609060101010101" charset="-122"/>
              </a:rPr>
              <a:t>（</a:t>
            </a:r>
            <a:r>
              <a:rPr lang="en-US" altLang="zh-CN" dirty="0" smtClean="0">
                <a:latin typeface="黑体" panose="02010609060101010101" charset="-122"/>
                <a:ea typeface="黑体" panose="02010609060101010101" charset="-122"/>
                <a:cs typeface="黑体" panose="02010609060101010101" charset="-122"/>
              </a:rPr>
              <a:t>2</a:t>
            </a:r>
            <a:r>
              <a:rPr lang="zh-CN" altLang="en-US" dirty="0" smtClean="0">
                <a:latin typeface="黑体" panose="02010609060101010101" charset="-122"/>
                <a:ea typeface="黑体" panose="02010609060101010101" charset="-122"/>
                <a:cs typeface="黑体" panose="02010609060101010101" charset="-122"/>
              </a:rPr>
              <a:t>）创建工程</a:t>
            </a:r>
            <a:endParaRPr lang="en-US" altLang="zh-CN" dirty="0" smtClean="0">
              <a:latin typeface="黑体" panose="02010609060101010101" charset="-122"/>
              <a:ea typeface="黑体" panose="02010609060101010101" charset="-122"/>
              <a:cs typeface="黑体" panose="02010609060101010101" charset="-122"/>
            </a:endParaRPr>
          </a:p>
          <a:p>
            <a:pPr marL="0" indent="0">
              <a:buNone/>
            </a:pPr>
            <a:r>
              <a:rPr lang="zh-CN" altLang="en-US" sz="2400" dirty="0" smtClean="0">
                <a:latin typeface="黑体" panose="02010609060101010101" charset="-122"/>
                <a:ea typeface="黑体" panose="02010609060101010101" charset="-122"/>
                <a:cs typeface="黑体" panose="02010609060101010101" charset="-122"/>
              </a:rPr>
              <a:t> 开启</a:t>
            </a:r>
            <a:r>
              <a:rPr lang="en-US" altLang="zh-CN" sz="2400" dirty="0" smtClean="0">
                <a:latin typeface="黑体" panose="02010609060101010101" charset="-122"/>
                <a:ea typeface="黑体" panose="02010609060101010101" charset="-122"/>
                <a:cs typeface="黑体" panose="02010609060101010101" charset="-122"/>
              </a:rPr>
              <a:t>label-studio</a:t>
            </a:r>
            <a:r>
              <a:rPr lang="zh-CN" altLang="en-US" sz="2400" dirty="0" smtClean="0">
                <a:latin typeface="黑体" panose="02010609060101010101" charset="-122"/>
                <a:ea typeface="黑体" panose="02010609060101010101" charset="-122"/>
                <a:cs typeface="黑体" panose="02010609060101010101" charset="-122"/>
              </a:rPr>
              <a:t>。</a:t>
            </a:r>
            <a:endParaRPr lang="en-US" altLang="zh-CN" sz="2400" dirty="0" smtClean="0">
              <a:latin typeface="黑体" panose="02010609060101010101" charset="-122"/>
              <a:ea typeface="黑体" panose="02010609060101010101" charset="-122"/>
              <a:cs typeface="黑体" panose="02010609060101010101" charset="-122"/>
            </a:endParaRPr>
          </a:p>
          <a:p>
            <a:pPr marL="0" indent="0">
              <a:buNone/>
            </a:pPr>
            <a:r>
              <a:rPr lang="zh-CN" altLang="en-US" sz="2400" dirty="0" smtClean="0">
                <a:latin typeface="黑体" panose="02010609060101010101" charset="-122"/>
                <a:ea typeface="黑体" panose="02010609060101010101" charset="-122"/>
                <a:cs typeface="黑体" panose="02010609060101010101" charset="-122"/>
              </a:rPr>
              <a:t> 在启动页选择</a:t>
            </a:r>
            <a:r>
              <a:rPr lang="zh-CN" altLang="en-US" sz="2400" dirty="0">
                <a:latin typeface="黑体" panose="02010609060101010101" charset="-122"/>
                <a:ea typeface="黑体" panose="02010609060101010101" charset="-122"/>
                <a:cs typeface="黑体" panose="02010609060101010101" charset="-122"/>
              </a:rPr>
              <a:t>单击“</a:t>
            </a:r>
            <a:r>
              <a:rPr lang="en-US" altLang="zh-CN" sz="2400" dirty="0">
                <a:latin typeface="黑体" panose="02010609060101010101" charset="-122"/>
                <a:ea typeface="黑体" panose="02010609060101010101" charset="-122"/>
                <a:cs typeface="黑体" panose="02010609060101010101" charset="-122"/>
              </a:rPr>
              <a:t>create project</a:t>
            </a:r>
            <a:r>
              <a:rPr lang="en-US" altLang="zh-CN" sz="2400" dirty="0" smtClean="0">
                <a:latin typeface="黑体" panose="02010609060101010101" charset="-122"/>
                <a:ea typeface="黑体" panose="02010609060101010101" charset="-122"/>
                <a:cs typeface="黑体" panose="02010609060101010101" charset="-122"/>
              </a:rPr>
              <a:t>”</a:t>
            </a:r>
            <a:endParaRPr lang="en-US" altLang="zh-CN" sz="2400" dirty="0" smtClean="0">
              <a:latin typeface="黑体" panose="02010609060101010101" charset="-122"/>
              <a:ea typeface="黑体" panose="02010609060101010101" charset="-122"/>
              <a:cs typeface="黑体" panose="02010609060101010101" charset="-122"/>
            </a:endParaRPr>
          </a:p>
          <a:p>
            <a:pPr marL="0" indent="0">
              <a:buNone/>
            </a:pPr>
            <a:r>
              <a:rPr lang="en-US" altLang="zh-CN" sz="2400" dirty="0">
                <a:latin typeface="黑体" panose="02010609060101010101" charset="-122"/>
                <a:ea typeface="黑体" panose="02010609060101010101" charset="-122"/>
                <a:cs typeface="黑体" panose="02010609060101010101" charset="-122"/>
              </a:rPr>
              <a:t> </a:t>
            </a:r>
            <a:r>
              <a:rPr lang="zh-CN" altLang="en-US" sz="2400" dirty="0" smtClean="0">
                <a:latin typeface="黑体" panose="02010609060101010101" charset="-122"/>
                <a:ea typeface="黑体" panose="02010609060101010101" charset="-122"/>
                <a:cs typeface="黑体" panose="02010609060101010101" charset="-122"/>
              </a:rPr>
              <a:t>按钮</a:t>
            </a:r>
            <a:r>
              <a:rPr lang="zh-CN" altLang="en-US" sz="2400" dirty="0">
                <a:latin typeface="黑体" panose="02010609060101010101" charset="-122"/>
                <a:ea typeface="黑体" panose="02010609060101010101" charset="-122"/>
                <a:cs typeface="黑体" panose="02010609060101010101" charset="-122"/>
              </a:rPr>
              <a:t>创建</a:t>
            </a:r>
            <a:r>
              <a:rPr lang="zh-CN" altLang="en-US" sz="2400" dirty="0" smtClean="0">
                <a:latin typeface="黑体" panose="02010609060101010101" charset="-122"/>
                <a:ea typeface="黑体" panose="02010609060101010101" charset="-122"/>
                <a:cs typeface="黑体" panose="02010609060101010101" charset="-122"/>
              </a:rPr>
              <a:t>项目</a:t>
            </a:r>
            <a:endParaRPr lang="en-US" altLang="zh-CN" sz="2400" dirty="0">
              <a:latin typeface="黑体" panose="02010609060101010101" charset="-122"/>
              <a:ea typeface="黑体" panose="02010609060101010101" charset="-122"/>
              <a:cs typeface="黑体" panose="02010609060101010101" charset="-122"/>
            </a:endParaRPr>
          </a:p>
        </p:txBody>
      </p:sp>
      <p:pic>
        <p:nvPicPr>
          <p:cNvPr id="9" name="图片 8"/>
          <p:cNvPicPr/>
          <p:nvPr/>
        </p:nvPicPr>
        <p:blipFill>
          <a:blip r:embed="rId1"/>
          <a:stretch>
            <a:fillRect/>
          </a:stretch>
        </p:blipFill>
        <p:spPr>
          <a:xfrm>
            <a:off x="6024562" y="2565028"/>
            <a:ext cx="5635228" cy="3240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en-US" altLang="zh-CN" sz="4000" dirty="0" smtClean="0">
                <a:latin typeface="黑体" panose="02010609060101010101" charset="-122"/>
                <a:ea typeface="黑体" panose="02010609060101010101" charset="-122"/>
              </a:rPr>
              <a:t>3.</a:t>
            </a:r>
            <a:r>
              <a:rPr lang="zh-CN" altLang="en-US" sz="4000" dirty="0">
                <a:latin typeface="黑体" panose="02010609060101010101" charset="-122"/>
                <a:ea typeface="黑体" panose="02010609060101010101" charset="-122"/>
              </a:rPr>
              <a:t>实践标注操作</a:t>
            </a:r>
            <a:endParaRPr lang="en-US" altLang="zh-CN" sz="4000" dirty="0">
              <a:latin typeface="黑体" panose="02010609060101010101" charset="-122"/>
              <a:ea typeface="黑体" panose="02010609060101010101" charset="-122"/>
            </a:endParaRPr>
          </a:p>
        </p:txBody>
      </p:sp>
      <p:sp>
        <p:nvSpPr>
          <p:cNvPr id="5" name="内容占位符 4"/>
          <p:cNvSpPr>
            <a:spLocks noGrp="1"/>
          </p:cNvSpPr>
          <p:nvPr>
            <p:ph idx="1"/>
          </p:nvPr>
        </p:nvSpPr>
        <p:spPr>
          <a:xfrm>
            <a:off x="551180" y="1412875"/>
            <a:ext cx="10972800" cy="4525963"/>
          </a:xfrm>
        </p:spPr>
        <p:txBody>
          <a:bodyPr/>
          <a:lstStyle/>
          <a:p>
            <a:pPr marL="0" indent="0">
              <a:buNone/>
            </a:pPr>
            <a:r>
              <a:rPr lang="zh-CN" altLang="en-US" dirty="0" smtClean="0">
                <a:latin typeface="黑体" panose="02010609060101010101" charset="-122"/>
                <a:ea typeface="黑体" panose="02010609060101010101" charset="-122"/>
                <a:cs typeface="黑体" panose="02010609060101010101" charset="-122"/>
              </a:rPr>
              <a:t>（</a:t>
            </a:r>
            <a:r>
              <a:rPr lang="en-US" altLang="zh-CN" dirty="0" smtClean="0">
                <a:latin typeface="黑体" panose="02010609060101010101" charset="-122"/>
                <a:ea typeface="黑体" panose="02010609060101010101" charset="-122"/>
                <a:cs typeface="黑体" panose="02010609060101010101" charset="-122"/>
              </a:rPr>
              <a:t>3</a:t>
            </a:r>
            <a:r>
              <a:rPr lang="zh-CN" altLang="en-US" dirty="0" smtClean="0">
                <a:latin typeface="黑体" panose="02010609060101010101" charset="-122"/>
                <a:ea typeface="黑体" panose="02010609060101010101" charset="-122"/>
                <a:cs typeface="黑体" panose="02010609060101010101" charset="-122"/>
              </a:rPr>
              <a:t>）导入</a:t>
            </a:r>
            <a:r>
              <a:rPr lang="zh-CN" altLang="zh-CN" dirty="0" smtClean="0">
                <a:latin typeface="黑体" panose="02010609060101010101" charset="-122"/>
                <a:ea typeface="黑体" panose="02010609060101010101" charset="-122"/>
                <a:cs typeface="黑体" panose="02010609060101010101" charset="-122"/>
              </a:rPr>
              <a:t>数据</a:t>
            </a:r>
            <a:endParaRPr lang="en-US" altLang="zh-CN" dirty="0" smtClean="0">
              <a:latin typeface="黑体" panose="02010609060101010101" charset="-122"/>
              <a:ea typeface="黑体" panose="02010609060101010101" charset="-122"/>
              <a:cs typeface="黑体" panose="02010609060101010101" charset="-122"/>
            </a:endParaRPr>
          </a:p>
          <a:p>
            <a:pPr marL="0" indent="0">
              <a:buNone/>
            </a:pPr>
            <a:r>
              <a:rPr lang="zh-CN" altLang="en-US" sz="2400" dirty="0">
                <a:latin typeface="黑体" panose="02010609060101010101" charset="-122"/>
                <a:ea typeface="黑体" panose="02010609060101010101" charset="-122"/>
                <a:cs typeface="黑体" panose="02010609060101010101" charset="-122"/>
              </a:rPr>
              <a:t>选择“</a:t>
            </a:r>
            <a:r>
              <a:rPr lang="en-US" altLang="zh-CN" sz="2400" dirty="0">
                <a:latin typeface="黑体" panose="02010609060101010101" charset="-122"/>
                <a:ea typeface="黑体" panose="02010609060101010101" charset="-122"/>
                <a:cs typeface="黑体" panose="02010609060101010101" charset="-122"/>
              </a:rPr>
              <a:t>Data Import”</a:t>
            </a:r>
            <a:r>
              <a:rPr lang="zh-CN" altLang="en-US" sz="2400" dirty="0">
                <a:latin typeface="黑体" panose="02010609060101010101" charset="-122"/>
                <a:ea typeface="黑体" panose="02010609060101010101" charset="-122"/>
                <a:cs typeface="黑体" panose="02010609060101010101" charset="-122"/>
              </a:rPr>
              <a:t>标签页，选择“</a:t>
            </a:r>
            <a:r>
              <a:rPr lang="en-US" altLang="zh-CN" sz="2400" dirty="0">
                <a:latin typeface="黑体" panose="02010609060101010101" charset="-122"/>
                <a:ea typeface="黑体" panose="02010609060101010101" charset="-122"/>
                <a:cs typeface="黑体" panose="02010609060101010101" charset="-122"/>
              </a:rPr>
              <a:t>Upload Files”</a:t>
            </a:r>
            <a:r>
              <a:rPr lang="zh-CN" altLang="en-US" sz="2400" dirty="0">
                <a:latin typeface="黑体" panose="02010609060101010101" charset="-122"/>
                <a:ea typeface="黑体" panose="02010609060101010101" charset="-122"/>
                <a:cs typeface="黑体" panose="02010609060101010101" charset="-122"/>
              </a:rPr>
              <a:t>，在弹出框中选择准备好的三段视频数据文件，进行导入。</a:t>
            </a:r>
            <a:endParaRPr lang="en-US" altLang="zh-CN" sz="2400" dirty="0" smtClean="0">
              <a:latin typeface="黑体" panose="02010609060101010101" charset="-122"/>
              <a:ea typeface="黑体" panose="02010609060101010101" charset="-122"/>
              <a:cs typeface="黑体" panose="02010609060101010101" charset="-122"/>
            </a:endParaRPr>
          </a:p>
        </p:txBody>
      </p:sp>
      <p:pic>
        <p:nvPicPr>
          <p:cNvPr id="6" name="图片 5"/>
          <p:cNvPicPr/>
          <p:nvPr/>
        </p:nvPicPr>
        <p:blipFill>
          <a:blip r:embed="rId1"/>
          <a:stretch>
            <a:fillRect/>
          </a:stretch>
        </p:blipFill>
        <p:spPr>
          <a:xfrm>
            <a:off x="3287817" y="2853313"/>
            <a:ext cx="5544616" cy="35283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en-US" altLang="zh-CN" sz="4000" dirty="0" smtClean="0">
                <a:latin typeface="黑体" panose="02010609060101010101" charset="-122"/>
                <a:ea typeface="黑体" panose="02010609060101010101" charset="-122"/>
              </a:rPr>
              <a:t>3.</a:t>
            </a:r>
            <a:r>
              <a:rPr lang="zh-CN" altLang="en-US" sz="4000" dirty="0">
                <a:latin typeface="黑体" panose="02010609060101010101" charset="-122"/>
                <a:ea typeface="黑体" panose="02010609060101010101" charset="-122"/>
              </a:rPr>
              <a:t>实践标注操作</a:t>
            </a:r>
            <a:endParaRPr lang="en-US" altLang="zh-CN" sz="4000" dirty="0">
              <a:latin typeface="黑体" panose="02010609060101010101" charset="-122"/>
              <a:ea typeface="黑体" panose="02010609060101010101" charset="-122"/>
            </a:endParaRPr>
          </a:p>
        </p:txBody>
      </p:sp>
      <p:sp>
        <p:nvSpPr>
          <p:cNvPr id="5" name="内容占位符 4"/>
          <p:cNvSpPr>
            <a:spLocks noGrp="1"/>
          </p:cNvSpPr>
          <p:nvPr>
            <p:ph idx="1"/>
          </p:nvPr>
        </p:nvSpPr>
        <p:spPr>
          <a:xfrm>
            <a:off x="480060" y="1341120"/>
            <a:ext cx="11482705" cy="4526280"/>
          </a:xfrm>
        </p:spPr>
        <p:txBody>
          <a:bodyPr/>
          <a:lstStyle/>
          <a:p>
            <a:pPr marL="0" indent="0">
              <a:buNone/>
            </a:pPr>
            <a:r>
              <a:rPr lang="zh-CN" altLang="en-US" dirty="0" smtClean="0">
                <a:latin typeface="黑体" panose="02010609060101010101" charset="-122"/>
                <a:ea typeface="黑体" panose="02010609060101010101" charset="-122"/>
                <a:cs typeface="黑体" panose="02010609060101010101" charset="-122"/>
              </a:rPr>
              <a:t>（</a:t>
            </a:r>
            <a:r>
              <a:rPr lang="en-US" altLang="zh-CN" dirty="0" smtClean="0">
                <a:latin typeface="黑体" panose="02010609060101010101" charset="-122"/>
                <a:ea typeface="黑体" panose="02010609060101010101" charset="-122"/>
                <a:cs typeface="黑体" panose="02010609060101010101" charset="-122"/>
              </a:rPr>
              <a:t>4</a:t>
            </a:r>
            <a:r>
              <a:rPr lang="zh-CN" altLang="en-US" dirty="0" smtClean="0">
                <a:latin typeface="黑体" panose="02010609060101010101" charset="-122"/>
                <a:ea typeface="黑体" panose="02010609060101010101" charset="-122"/>
                <a:cs typeface="黑体" panose="02010609060101010101" charset="-122"/>
              </a:rPr>
              <a:t>）选择模板</a:t>
            </a:r>
            <a:endParaRPr lang="en-US" altLang="zh-CN" dirty="0" smtClean="0">
              <a:latin typeface="黑体" panose="02010609060101010101" charset="-122"/>
              <a:ea typeface="黑体" panose="02010609060101010101" charset="-122"/>
              <a:cs typeface="黑体" panose="02010609060101010101" charset="-122"/>
            </a:endParaRPr>
          </a:p>
          <a:p>
            <a:pPr marL="0" indent="0">
              <a:buNone/>
            </a:pPr>
            <a:r>
              <a:rPr lang="zh-CN" altLang="en-US" sz="2400" dirty="0">
                <a:latin typeface="黑体" panose="02010609060101010101" charset="-122"/>
                <a:ea typeface="黑体" panose="02010609060101010101" charset="-122"/>
                <a:cs typeface="黑体" panose="02010609060101010101" charset="-122"/>
              </a:rPr>
              <a:t>切换到“</a:t>
            </a:r>
            <a:r>
              <a:rPr lang="en-US" altLang="zh-CN" sz="2400" dirty="0">
                <a:latin typeface="黑体" panose="02010609060101010101" charset="-122"/>
                <a:ea typeface="黑体" panose="02010609060101010101" charset="-122"/>
                <a:cs typeface="黑体" panose="02010609060101010101" charset="-122"/>
              </a:rPr>
              <a:t>Labeling Setup”</a:t>
            </a:r>
            <a:r>
              <a:rPr lang="zh-CN" altLang="en-US" sz="2400" dirty="0">
                <a:latin typeface="黑体" panose="02010609060101010101" charset="-122"/>
                <a:ea typeface="黑体" panose="02010609060101010101" charset="-122"/>
                <a:cs typeface="黑体" panose="02010609060101010101" charset="-122"/>
              </a:rPr>
              <a:t>选项卡，指定项目模板类型为“</a:t>
            </a:r>
            <a:r>
              <a:rPr lang="en-US" altLang="zh-CN" sz="2400" dirty="0">
                <a:latin typeface="黑体" panose="02010609060101010101" charset="-122"/>
                <a:ea typeface="黑体" panose="02010609060101010101" charset="-122"/>
                <a:cs typeface="黑体" panose="02010609060101010101" charset="-122"/>
              </a:rPr>
              <a:t>Video Classification”</a:t>
            </a:r>
            <a:endParaRPr lang="en-US" altLang="zh-CN" sz="2400" dirty="0" smtClean="0">
              <a:latin typeface="黑体" panose="02010609060101010101" charset="-122"/>
              <a:ea typeface="黑体" panose="02010609060101010101" charset="-122"/>
              <a:cs typeface="黑体" panose="02010609060101010101" charset="-122"/>
            </a:endParaRPr>
          </a:p>
        </p:txBody>
      </p:sp>
      <p:pic>
        <p:nvPicPr>
          <p:cNvPr id="7" name="图片 6"/>
          <p:cNvPicPr/>
          <p:nvPr/>
        </p:nvPicPr>
        <p:blipFill>
          <a:blip r:embed="rId1"/>
          <a:stretch>
            <a:fillRect/>
          </a:stretch>
        </p:blipFill>
        <p:spPr>
          <a:xfrm>
            <a:off x="3215809" y="2420902"/>
            <a:ext cx="5616624" cy="38164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en-US" altLang="zh-CN" sz="4000" dirty="0" smtClean="0">
                <a:latin typeface="黑体" panose="02010609060101010101" charset="-122"/>
                <a:ea typeface="黑体" panose="02010609060101010101" charset="-122"/>
              </a:rPr>
              <a:t>3.</a:t>
            </a:r>
            <a:r>
              <a:rPr lang="zh-CN" altLang="en-US" sz="4000" dirty="0">
                <a:latin typeface="黑体" panose="02010609060101010101" charset="-122"/>
                <a:ea typeface="黑体" panose="02010609060101010101" charset="-122"/>
              </a:rPr>
              <a:t>实践标注操作</a:t>
            </a:r>
            <a:endParaRPr lang="en-US" altLang="zh-CN" sz="4000" dirty="0">
              <a:latin typeface="黑体" panose="02010609060101010101" charset="-122"/>
              <a:ea typeface="黑体" panose="02010609060101010101" charset="-122"/>
            </a:endParaRPr>
          </a:p>
        </p:txBody>
      </p:sp>
      <p:sp>
        <p:nvSpPr>
          <p:cNvPr id="5" name="内容占位符 4"/>
          <p:cNvSpPr>
            <a:spLocks noGrp="1"/>
          </p:cNvSpPr>
          <p:nvPr>
            <p:ph idx="1"/>
          </p:nvPr>
        </p:nvSpPr>
        <p:spPr>
          <a:xfrm>
            <a:off x="623570" y="1268730"/>
            <a:ext cx="10972800" cy="4525963"/>
          </a:xfrm>
        </p:spPr>
        <p:txBody>
          <a:bodyPr/>
          <a:lstStyle/>
          <a:p>
            <a:pPr marL="0" indent="0">
              <a:buNone/>
            </a:pPr>
            <a:r>
              <a:rPr lang="zh-CN" altLang="en-US" dirty="0" smtClean="0">
                <a:latin typeface="黑体" panose="02010609060101010101" charset="-122"/>
                <a:ea typeface="黑体" panose="02010609060101010101" charset="-122"/>
                <a:cs typeface="黑体" panose="02010609060101010101" charset="-122"/>
              </a:rPr>
              <a:t>（</a:t>
            </a:r>
            <a:r>
              <a:rPr lang="en-US" altLang="zh-CN" dirty="0" smtClean="0">
                <a:latin typeface="黑体" panose="02010609060101010101" charset="-122"/>
                <a:ea typeface="黑体" panose="02010609060101010101" charset="-122"/>
                <a:cs typeface="黑体" panose="02010609060101010101" charset="-122"/>
              </a:rPr>
              <a:t>5</a:t>
            </a:r>
            <a:r>
              <a:rPr lang="zh-CN" altLang="en-US" dirty="0" smtClean="0">
                <a:latin typeface="黑体" panose="02010609060101010101" charset="-122"/>
                <a:ea typeface="黑体" panose="02010609060101010101" charset="-122"/>
                <a:cs typeface="黑体" panose="02010609060101010101" charset="-122"/>
              </a:rPr>
              <a:t>）维护标签</a:t>
            </a:r>
            <a:endParaRPr lang="en-US" altLang="zh-CN" dirty="0" smtClean="0">
              <a:latin typeface="黑体" panose="02010609060101010101" charset="-122"/>
              <a:ea typeface="黑体" panose="02010609060101010101" charset="-122"/>
              <a:cs typeface="黑体" panose="02010609060101010101" charset="-122"/>
            </a:endParaRPr>
          </a:p>
          <a:p>
            <a:pPr marL="0" indent="0">
              <a:buNone/>
            </a:pPr>
            <a:r>
              <a:rPr lang="zh-CN" altLang="en-US" sz="2400" dirty="0">
                <a:latin typeface="黑体" panose="02010609060101010101" charset="-122"/>
                <a:ea typeface="黑体" panose="02010609060101010101" charset="-122"/>
                <a:cs typeface="黑体" panose="02010609060101010101" charset="-122"/>
              </a:rPr>
              <a:t>通过“</a:t>
            </a:r>
            <a:r>
              <a:rPr lang="en-US" altLang="zh-CN" sz="2400" dirty="0">
                <a:latin typeface="黑体" panose="02010609060101010101" charset="-122"/>
                <a:ea typeface="黑体" panose="02010609060101010101" charset="-122"/>
                <a:cs typeface="黑体" panose="02010609060101010101" charset="-122"/>
              </a:rPr>
              <a:t>Add label names”</a:t>
            </a:r>
            <a:r>
              <a:rPr lang="zh-CN" altLang="en-US" sz="2400" dirty="0">
                <a:latin typeface="黑体" panose="02010609060101010101" charset="-122"/>
                <a:ea typeface="黑体" panose="02010609060101010101" charset="-122"/>
                <a:cs typeface="黑体" panose="02010609060101010101" charset="-122"/>
              </a:rPr>
              <a:t>文本框填入新增标签并单击“</a:t>
            </a:r>
            <a:r>
              <a:rPr lang="en-US" altLang="zh-CN" sz="2400" dirty="0">
                <a:latin typeface="黑体" panose="02010609060101010101" charset="-122"/>
                <a:ea typeface="黑体" panose="02010609060101010101" charset="-122"/>
                <a:cs typeface="黑体" panose="02010609060101010101" charset="-122"/>
              </a:rPr>
              <a:t>Add”</a:t>
            </a:r>
            <a:r>
              <a:rPr lang="zh-CN" altLang="en-US" sz="2400" dirty="0">
                <a:latin typeface="黑体" panose="02010609060101010101" charset="-122"/>
                <a:ea typeface="黑体" panose="02010609060101010101" charset="-122"/>
                <a:cs typeface="黑体" panose="02010609060101010101" charset="-122"/>
              </a:rPr>
              <a:t>按钮保存；通过</a:t>
            </a:r>
            <a:r>
              <a:rPr lang="en-US" altLang="zh-CN" sz="2400" dirty="0">
                <a:latin typeface="黑体" panose="02010609060101010101" charset="-122"/>
                <a:ea typeface="黑体" panose="02010609060101010101" charset="-122"/>
                <a:cs typeface="黑体" panose="02010609060101010101" charset="-122"/>
              </a:rPr>
              <a:t>Labels</a:t>
            </a:r>
            <a:r>
              <a:rPr lang="zh-CN" altLang="en-US" sz="2400" dirty="0">
                <a:latin typeface="黑体" panose="02010609060101010101" charset="-122"/>
                <a:ea typeface="黑体" panose="02010609060101010101" charset="-122"/>
                <a:cs typeface="黑体" panose="02010609060101010101" charset="-122"/>
              </a:rPr>
              <a:t>列表项的删除按钮删除无用标签。</a:t>
            </a:r>
            <a:endParaRPr lang="en-US" altLang="zh-CN" sz="2400" dirty="0" smtClean="0">
              <a:latin typeface="黑体" panose="02010609060101010101" charset="-122"/>
              <a:ea typeface="黑体" panose="02010609060101010101" charset="-122"/>
              <a:cs typeface="黑体" panose="02010609060101010101" charset="-122"/>
            </a:endParaRPr>
          </a:p>
        </p:txBody>
      </p:sp>
      <p:pic>
        <p:nvPicPr>
          <p:cNvPr id="6" name="图片 5"/>
          <p:cNvPicPr/>
          <p:nvPr/>
        </p:nvPicPr>
        <p:blipFill>
          <a:blip r:embed="rId1"/>
          <a:stretch>
            <a:fillRect/>
          </a:stretch>
        </p:blipFill>
        <p:spPr>
          <a:xfrm>
            <a:off x="3000038" y="2780670"/>
            <a:ext cx="6192688" cy="31683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en-US" altLang="zh-CN" sz="4000" dirty="0" smtClean="0">
                <a:latin typeface="黑体" panose="02010609060101010101" charset="-122"/>
                <a:ea typeface="黑体" panose="02010609060101010101" charset="-122"/>
              </a:rPr>
              <a:t>3.</a:t>
            </a:r>
            <a:r>
              <a:rPr lang="zh-CN" altLang="en-US" sz="4000" dirty="0">
                <a:latin typeface="黑体" panose="02010609060101010101" charset="-122"/>
                <a:ea typeface="黑体" panose="02010609060101010101" charset="-122"/>
              </a:rPr>
              <a:t>实践标注操作</a:t>
            </a:r>
            <a:endParaRPr lang="en-US" altLang="zh-CN" sz="4000" dirty="0">
              <a:latin typeface="黑体" panose="02010609060101010101" charset="-122"/>
              <a:ea typeface="黑体" panose="02010609060101010101" charset="-122"/>
            </a:endParaRPr>
          </a:p>
        </p:txBody>
      </p:sp>
      <p:sp>
        <p:nvSpPr>
          <p:cNvPr id="5" name="内容占位符 4"/>
          <p:cNvSpPr>
            <a:spLocks noGrp="1"/>
          </p:cNvSpPr>
          <p:nvPr>
            <p:ph idx="1"/>
          </p:nvPr>
        </p:nvSpPr>
        <p:spPr>
          <a:xfrm>
            <a:off x="695325" y="1340485"/>
            <a:ext cx="10972800" cy="4525963"/>
          </a:xfrm>
        </p:spPr>
        <p:txBody>
          <a:bodyPr/>
          <a:lstStyle/>
          <a:p>
            <a:pPr marL="0" indent="0">
              <a:buNone/>
            </a:pPr>
            <a:r>
              <a:rPr lang="zh-CN" altLang="en-US" dirty="0" smtClean="0">
                <a:latin typeface="黑体" panose="02010609060101010101" charset="-122"/>
                <a:ea typeface="黑体" panose="02010609060101010101" charset="-122"/>
                <a:cs typeface="黑体" panose="02010609060101010101" charset="-122"/>
              </a:rPr>
              <a:t>（</a:t>
            </a:r>
            <a:r>
              <a:rPr lang="en-US" altLang="zh-CN" dirty="0" smtClean="0">
                <a:latin typeface="黑体" panose="02010609060101010101" charset="-122"/>
                <a:ea typeface="黑体" panose="02010609060101010101" charset="-122"/>
                <a:cs typeface="黑体" panose="02010609060101010101" charset="-122"/>
              </a:rPr>
              <a:t>6</a:t>
            </a:r>
            <a:r>
              <a:rPr lang="zh-CN" altLang="en-US" dirty="0" smtClean="0">
                <a:latin typeface="黑体" panose="02010609060101010101" charset="-122"/>
                <a:ea typeface="黑体" panose="02010609060101010101" charset="-122"/>
                <a:cs typeface="黑体" panose="02010609060101010101" charset="-122"/>
              </a:rPr>
              <a:t>）开始</a:t>
            </a:r>
            <a:r>
              <a:rPr lang="zh-CN" altLang="en-US" dirty="0">
                <a:latin typeface="黑体" panose="02010609060101010101" charset="-122"/>
                <a:ea typeface="黑体" panose="02010609060101010101" charset="-122"/>
                <a:cs typeface="黑体" panose="02010609060101010101" charset="-122"/>
              </a:rPr>
              <a:t>标注</a:t>
            </a:r>
            <a:endParaRPr lang="en-US" altLang="zh-CN" dirty="0" smtClean="0">
              <a:latin typeface="黑体" panose="02010609060101010101" charset="-122"/>
              <a:ea typeface="黑体" panose="02010609060101010101" charset="-122"/>
              <a:cs typeface="黑体" panose="02010609060101010101" charset="-122"/>
            </a:endParaRPr>
          </a:p>
          <a:p>
            <a:pPr marL="0" indent="0">
              <a:buNone/>
            </a:pPr>
            <a:r>
              <a:rPr lang="zh-CN" altLang="en-US" sz="2400" dirty="0">
                <a:latin typeface="黑体" panose="02010609060101010101" charset="-122"/>
                <a:ea typeface="黑体" panose="02010609060101010101" charset="-122"/>
                <a:cs typeface="黑体" panose="02010609060101010101" charset="-122"/>
              </a:rPr>
              <a:t>在数据标注界面点击播放按钮，待视频播放完成后，依据视频内容为其选定视频所属分类，在视频下发勾选对应类型。</a:t>
            </a:r>
            <a:endParaRPr lang="en-US" altLang="zh-CN" sz="2400" dirty="0" smtClean="0">
              <a:latin typeface="黑体" panose="02010609060101010101" charset="-122"/>
              <a:ea typeface="黑体" panose="02010609060101010101" charset="-122"/>
              <a:cs typeface="黑体" panose="02010609060101010101" charset="-122"/>
            </a:endParaRPr>
          </a:p>
        </p:txBody>
      </p:sp>
      <p:pic>
        <p:nvPicPr>
          <p:cNvPr id="7" name="图片 6"/>
          <p:cNvPicPr/>
          <p:nvPr/>
        </p:nvPicPr>
        <p:blipFill>
          <a:blip r:embed="rId1"/>
          <a:stretch>
            <a:fillRect/>
          </a:stretch>
        </p:blipFill>
        <p:spPr>
          <a:xfrm>
            <a:off x="3035300" y="2703830"/>
            <a:ext cx="5955030" cy="32556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en-US" altLang="zh-CN" sz="4000" dirty="0" smtClean="0">
                <a:latin typeface="黑体" panose="02010609060101010101" charset="-122"/>
                <a:ea typeface="黑体" panose="02010609060101010101" charset="-122"/>
              </a:rPr>
              <a:t>3.</a:t>
            </a:r>
            <a:r>
              <a:rPr lang="zh-CN" altLang="en-US" sz="4000" dirty="0">
                <a:latin typeface="黑体" panose="02010609060101010101" charset="-122"/>
                <a:ea typeface="黑体" panose="02010609060101010101" charset="-122"/>
              </a:rPr>
              <a:t>实践标注操作</a:t>
            </a:r>
            <a:endParaRPr lang="en-US" altLang="zh-CN" sz="4000" dirty="0">
              <a:latin typeface="黑体" panose="02010609060101010101" charset="-122"/>
              <a:ea typeface="黑体" panose="02010609060101010101" charset="-122"/>
            </a:endParaRPr>
          </a:p>
        </p:txBody>
      </p:sp>
      <p:sp>
        <p:nvSpPr>
          <p:cNvPr id="5" name="内容占位符 4"/>
          <p:cNvSpPr>
            <a:spLocks noGrp="1"/>
          </p:cNvSpPr>
          <p:nvPr>
            <p:ph idx="1"/>
          </p:nvPr>
        </p:nvSpPr>
        <p:spPr>
          <a:xfrm>
            <a:off x="911225" y="1341120"/>
            <a:ext cx="10972800" cy="4525963"/>
          </a:xfrm>
        </p:spPr>
        <p:txBody>
          <a:bodyPr/>
          <a:lstStyle/>
          <a:p>
            <a:pPr marL="0" indent="0">
              <a:buNone/>
            </a:pPr>
            <a:r>
              <a:rPr lang="zh-CN" altLang="en-US" dirty="0" smtClean="0">
                <a:latin typeface="黑体" panose="02010609060101010101" charset="-122"/>
                <a:ea typeface="黑体" panose="02010609060101010101" charset="-122"/>
                <a:cs typeface="黑体" panose="02010609060101010101" charset="-122"/>
              </a:rPr>
              <a:t>（</a:t>
            </a:r>
            <a:r>
              <a:rPr lang="en-US" altLang="zh-CN" dirty="0" smtClean="0">
                <a:latin typeface="黑体" panose="02010609060101010101" charset="-122"/>
                <a:ea typeface="黑体" panose="02010609060101010101" charset="-122"/>
                <a:cs typeface="黑体" panose="02010609060101010101" charset="-122"/>
              </a:rPr>
              <a:t>7</a:t>
            </a:r>
            <a:r>
              <a:rPr lang="zh-CN" altLang="en-US" dirty="0" smtClean="0">
                <a:latin typeface="黑体" panose="02010609060101010101" charset="-122"/>
                <a:ea typeface="黑体" panose="02010609060101010101" charset="-122"/>
                <a:cs typeface="黑体" panose="02010609060101010101" charset="-122"/>
              </a:rPr>
              <a:t>）导出结果</a:t>
            </a:r>
            <a:endParaRPr lang="en-US" altLang="zh-CN" dirty="0" smtClean="0">
              <a:latin typeface="黑体" panose="02010609060101010101" charset="-122"/>
              <a:ea typeface="黑体" panose="02010609060101010101" charset="-122"/>
              <a:cs typeface="黑体" panose="02010609060101010101" charset="-122"/>
            </a:endParaRPr>
          </a:p>
          <a:p>
            <a:pPr marL="0" indent="0">
              <a:buNone/>
            </a:pPr>
            <a:r>
              <a:rPr lang="zh-CN" altLang="en-US" sz="2400" dirty="0">
                <a:latin typeface="黑体" panose="02010609060101010101" charset="-122"/>
                <a:ea typeface="黑体" panose="02010609060101010101" charset="-122"/>
                <a:cs typeface="黑体" panose="02010609060101010101" charset="-122"/>
              </a:rPr>
              <a:t>单击“</a:t>
            </a:r>
            <a:r>
              <a:rPr lang="en-US" altLang="zh-CN" sz="2400" dirty="0">
                <a:latin typeface="黑体" panose="02010609060101010101" charset="-122"/>
                <a:ea typeface="黑体" panose="02010609060101010101" charset="-122"/>
                <a:cs typeface="黑体" panose="02010609060101010101" charset="-122"/>
              </a:rPr>
              <a:t>Export”</a:t>
            </a:r>
            <a:r>
              <a:rPr lang="zh-CN" altLang="en-US" sz="2400">
                <a:latin typeface="黑体" panose="02010609060101010101" charset="-122"/>
                <a:ea typeface="黑体" panose="02010609060101010101" charset="-122"/>
                <a:cs typeface="黑体" panose="02010609060101010101" charset="-122"/>
              </a:rPr>
              <a:t>按钮，在弹出菜单中选择导出格式并保存。</a:t>
            </a:r>
            <a:endParaRPr lang="en-US" altLang="zh-CN" sz="2400" dirty="0" smtClean="0">
              <a:latin typeface="黑体" panose="02010609060101010101" charset="-122"/>
              <a:ea typeface="黑体" panose="02010609060101010101" charset="-122"/>
              <a:cs typeface="黑体" panose="02010609060101010101" charset="-122"/>
            </a:endParaRPr>
          </a:p>
        </p:txBody>
      </p:sp>
      <p:pic>
        <p:nvPicPr>
          <p:cNvPr id="6" name="图片 5"/>
          <p:cNvPicPr/>
          <p:nvPr/>
        </p:nvPicPr>
        <p:blipFill>
          <a:blip r:embed="rId1"/>
          <a:stretch>
            <a:fillRect/>
          </a:stretch>
        </p:blipFill>
        <p:spPr>
          <a:xfrm>
            <a:off x="2207821" y="2505973"/>
            <a:ext cx="2993504" cy="3433623"/>
          </a:xfrm>
          <a:prstGeom prst="rect">
            <a:avLst/>
          </a:prstGeom>
        </p:spPr>
      </p:pic>
      <p:pic>
        <p:nvPicPr>
          <p:cNvPr id="2" name="图片 1"/>
          <p:cNvPicPr>
            <a:picLocks noChangeAspect="1"/>
          </p:cNvPicPr>
          <p:nvPr/>
        </p:nvPicPr>
        <p:blipFill>
          <a:blip r:embed="rId2"/>
          <a:stretch>
            <a:fillRect/>
          </a:stretch>
        </p:blipFill>
        <p:spPr>
          <a:xfrm>
            <a:off x="5591686" y="2493153"/>
            <a:ext cx="4441858" cy="35391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074" name="标题 1"/>
          <p:cNvSpPr>
            <a:spLocks noGrp="1"/>
          </p:cNvSpPr>
          <p:nvPr>
            <p:ph type="title"/>
          </p:nvPr>
        </p:nvSpPr>
        <p:spPr>
          <a:xfrm>
            <a:off x="860425" y="561975"/>
            <a:ext cx="10721975" cy="587375"/>
          </a:xfrm>
        </p:spPr>
        <p:txBody>
          <a:bodyPr anchor="ctr" anchorCtr="0"/>
          <a:lstStyle/>
          <a:p>
            <a:pPr algn="l"/>
            <a:r>
              <a:rPr lang="zh-CN" sz="4000" dirty="0" smtClean="0">
                <a:latin typeface="黑体" panose="02010609060101010101" charset="-122"/>
                <a:ea typeface="黑体" panose="02010609060101010101" charset="-122"/>
              </a:rPr>
              <a:t>小结</a:t>
            </a:r>
            <a:endParaRPr lang="zh-CN" sz="4000" dirty="0">
              <a:latin typeface="黑体" panose="02010609060101010101" charset="-122"/>
              <a:ea typeface="黑体" panose="02010609060101010101" charset="-122"/>
            </a:endParaRPr>
          </a:p>
        </p:txBody>
      </p:sp>
      <p:sp>
        <p:nvSpPr>
          <p:cNvPr id="4" name="文本框 99"/>
          <p:cNvSpPr txBox="1"/>
          <p:nvPr/>
        </p:nvSpPr>
        <p:spPr>
          <a:xfrm>
            <a:off x="1127760" y="1412875"/>
            <a:ext cx="10231120" cy="3815080"/>
          </a:xfrm>
          <a:prstGeom prst="rect">
            <a:avLst/>
          </a:prstGeom>
          <a:noFill/>
          <a:ln w="9525">
            <a:noFill/>
          </a:ln>
        </p:spPr>
        <p:txBody>
          <a:bodyPr wrap="square" anchor="t" anchorCtr="0">
            <a:spAutoFit/>
          </a:bodyPr>
          <a:p>
            <a:pPr marL="0" indent="0">
              <a:spcBef>
                <a:spcPts val="600"/>
              </a:spcBef>
              <a:spcAft>
                <a:spcPts val="600"/>
              </a:spcAft>
              <a:buNone/>
            </a:pPr>
            <a:r>
              <a:rPr lang="zh-CN" altLang="en-US" sz="3200">
                <a:latin typeface="黑体" panose="02010609060101010101" charset="-122"/>
                <a:ea typeface="黑体" panose="02010609060101010101" charset="-122"/>
                <a:sym typeface="+mn-ea"/>
              </a:rPr>
              <a:t>知识目标：</a:t>
            </a:r>
            <a:endParaRPr lang="zh-CN" altLang="en-US" sz="3200">
              <a:latin typeface="黑体" panose="02010609060101010101" charset="-122"/>
              <a:ea typeface="黑体" panose="02010609060101010101" charset="-122"/>
            </a:endParaRPr>
          </a:p>
          <a:p>
            <a:pPr>
              <a:spcBef>
                <a:spcPts val="600"/>
              </a:spcBef>
              <a:spcAft>
                <a:spcPts val="600"/>
              </a:spcAft>
            </a:pPr>
            <a:r>
              <a:rPr lang="zh-CN" altLang="en-US" sz="3200">
                <a:latin typeface="黑体" panose="02010609060101010101" charset="-122"/>
                <a:ea typeface="黑体" panose="02010609060101010101" charset="-122"/>
                <a:sym typeface="+mn-ea"/>
              </a:rPr>
              <a:t>（</a:t>
            </a:r>
            <a:r>
              <a:rPr lang="en-US" altLang="zh-CN" sz="3200">
                <a:latin typeface="黑体" panose="02010609060101010101" charset="-122"/>
                <a:ea typeface="黑体" panose="02010609060101010101" charset="-122"/>
                <a:sym typeface="+mn-ea"/>
              </a:rPr>
              <a:t>1</a:t>
            </a:r>
            <a:r>
              <a:rPr lang="zh-CN" altLang="en-US" sz="3200">
                <a:latin typeface="黑体" panose="02010609060101010101" charset="-122"/>
                <a:ea typeface="黑体" panose="02010609060101010101" charset="-122"/>
                <a:sym typeface="+mn-ea"/>
              </a:rPr>
              <a:t>）明确视频分类标注相关概念</a:t>
            </a:r>
            <a:endParaRPr lang="zh-CN" altLang="en-US" sz="3200">
              <a:latin typeface="黑体" panose="02010609060101010101" charset="-122"/>
              <a:ea typeface="黑体" panose="02010609060101010101" charset="-122"/>
            </a:endParaRPr>
          </a:p>
          <a:p>
            <a:pPr>
              <a:spcBef>
                <a:spcPts val="600"/>
              </a:spcBef>
              <a:spcAft>
                <a:spcPts val="600"/>
              </a:spcAft>
            </a:pPr>
            <a:r>
              <a:rPr lang="zh-CN" altLang="en-US" sz="3200">
                <a:latin typeface="黑体" panose="02010609060101010101" charset="-122"/>
                <a:ea typeface="黑体" panose="02010609060101010101" charset="-122"/>
                <a:sym typeface="+mn-ea"/>
              </a:rPr>
              <a:t>（</a:t>
            </a:r>
            <a:r>
              <a:rPr lang="en-US" altLang="zh-CN" sz="3200">
                <a:latin typeface="黑体" panose="02010609060101010101" charset="-122"/>
                <a:ea typeface="黑体" panose="02010609060101010101" charset="-122"/>
                <a:sym typeface="+mn-ea"/>
              </a:rPr>
              <a:t>2</a:t>
            </a:r>
            <a:r>
              <a:rPr lang="zh-CN" altLang="en-US" sz="3200">
                <a:latin typeface="黑体" panose="02010609060101010101" charset="-122"/>
                <a:ea typeface="黑体" panose="02010609060101010101" charset="-122"/>
                <a:sym typeface="+mn-ea"/>
              </a:rPr>
              <a:t>）明确</a:t>
            </a:r>
            <a:r>
              <a:rPr lang="zh-CN" altLang="en-US" sz="3200">
                <a:latin typeface="黑体" panose="02010609060101010101" charset="-122"/>
                <a:ea typeface="黑体" panose="02010609060101010101" charset="-122"/>
                <a:sym typeface="+mn-ea"/>
              </a:rPr>
              <a:t>视频分类</a:t>
            </a:r>
            <a:r>
              <a:rPr lang="zh-CN" altLang="en-US" sz="3200">
                <a:latin typeface="黑体" panose="02010609060101010101" charset="-122"/>
                <a:ea typeface="黑体" panose="02010609060101010101" charset="-122"/>
                <a:sym typeface="+mn-ea"/>
              </a:rPr>
              <a:t>标注方法</a:t>
            </a:r>
            <a:endParaRPr lang="zh-CN" altLang="en-US" sz="3200">
              <a:latin typeface="黑体" panose="02010609060101010101" charset="-122"/>
              <a:ea typeface="黑体" panose="02010609060101010101" charset="-122"/>
            </a:endParaRPr>
          </a:p>
          <a:p>
            <a:pPr marL="0" indent="0">
              <a:spcBef>
                <a:spcPts val="600"/>
              </a:spcBef>
              <a:spcAft>
                <a:spcPts val="600"/>
              </a:spcAft>
              <a:buNone/>
            </a:pPr>
            <a:r>
              <a:rPr lang="zh-CN" altLang="en-US" sz="3200">
                <a:latin typeface="黑体" panose="02010609060101010101" charset="-122"/>
                <a:ea typeface="黑体" panose="02010609060101010101" charset="-122"/>
                <a:sym typeface="+mn-ea"/>
              </a:rPr>
              <a:t>思政目标：</a:t>
            </a:r>
            <a:endParaRPr lang="zh-CN" altLang="en-US" sz="3200">
              <a:latin typeface="黑体" panose="02010609060101010101" charset="-122"/>
              <a:ea typeface="黑体" panose="02010609060101010101" charset="-122"/>
            </a:endParaRPr>
          </a:p>
          <a:p>
            <a:pPr>
              <a:spcBef>
                <a:spcPts val="600"/>
              </a:spcBef>
              <a:spcAft>
                <a:spcPts val="600"/>
              </a:spcAft>
            </a:pPr>
            <a:r>
              <a:rPr lang="zh-CN" altLang="en-US" sz="3200">
                <a:latin typeface="黑体" panose="02010609060101010101" charset="-122"/>
                <a:ea typeface="黑体" panose="02010609060101010101" charset="-122"/>
                <a:sym typeface="+mn-ea"/>
              </a:rPr>
              <a:t>（</a:t>
            </a:r>
            <a:r>
              <a:rPr lang="en-US" altLang="zh-CN" sz="3200">
                <a:latin typeface="黑体" panose="02010609060101010101" charset="-122"/>
                <a:ea typeface="黑体" panose="02010609060101010101" charset="-122"/>
                <a:sym typeface="+mn-ea"/>
              </a:rPr>
              <a:t>1</a:t>
            </a:r>
            <a:r>
              <a:rPr lang="zh-CN" altLang="en-US" sz="3200">
                <a:latin typeface="黑体" panose="02010609060101010101" charset="-122"/>
                <a:ea typeface="黑体" panose="02010609060101010101" charset="-122"/>
                <a:sym typeface="+mn-ea"/>
              </a:rPr>
              <a:t>）创新精神</a:t>
            </a:r>
            <a:endParaRPr lang="zh-CN" altLang="en-US" sz="3200">
              <a:latin typeface="黑体" panose="02010609060101010101" charset="-122"/>
              <a:ea typeface="黑体" panose="02010609060101010101" charset="-122"/>
              <a:sym typeface="+mn-ea"/>
            </a:endParaRPr>
          </a:p>
          <a:p>
            <a:pPr>
              <a:spcBef>
                <a:spcPts val="600"/>
              </a:spcBef>
              <a:spcAft>
                <a:spcPts val="600"/>
              </a:spcAft>
            </a:pPr>
            <a:r>
              <a:rPr lang="zh-CN" altLang="en-US" sz="3200">
                <a:latin typeface="黑体" panose="02010609060101010101" charset="-122"/>
                <a:ea typeface="黑体" panose="02010609060101010101" charset="-122"/>
                <a:sym typeface="+mn-ea"/>
              </a:rPr>
              <a:t>（</a:t>
            </a:r>
            <a:r>
              <a:rPr lang="en-US" altLang="zh-CN" sz="3200">
                <a:latin typeface="黑体" panose="02010609060101010101" charset="-122"/>
                <a:ea typeface="黑体" panose="02010609060101010101" charset="-122"/>
                <a:sym typeface="+mn-ea"/>
              </a:rPr>
              <a:t>2</a:t>
            </a:r>
            <a:r>
              <a:rPr lang="zh-CN" altLang="en-US" sz="3200">
                <a:latin typeface="黑体" panose="02010609060101010101" charset="-122"/>
                <a:ea typeface="黑体" panose="02010609060101010101" charset="-122"/>
                <a:sym typeface="+mn-ea"/>
              </a:rPr>
              <a:t>）智能产品对</a:t>
            </a:r>
            <a:r>
              <a:rPr lang="zh-CN" altLang="en-US" sz="3200">
                <a:latin typeface="黑体" panose="02010609060101010101" charset="-122"/>
                <a:ea typeface="黑体" panose="02010609060101010101" charset="-122"/>
                <a:sym typeface="+mn-ea"/>
              </a:rPr>
              <a:t>人工智能</a:t>
            </a:r>
            <a:r>
              <a:rPr lang="zh-CN" altLang="en-US" sz="3200">
                <a:latin typeface="黑体" panose="02010609060101010101" charset="-122"/>
                <a:ea typeface="黑体" panose="02010609060101010101" charset="-122"/>
                <a:sym typeface="+mn-ea"/>
              </a:rPr>
              <a:t>发展的积极作用</a:t>
            </a:r>
            <a:endParaRPr kumimoji="0" lang="en-US" altLang="zh-CN" sz="32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Tree>
  </p:cSld>
  <p:clrMapOvr>
    <a:masterClrMapping/>
  </p:clrMapOvr>
</p:sld>
</file>

<file path=ppt/tags/tag1.xml><?xml version="1.0" encoding="utf-8"?>
<p:tagLst xmlns:p="http://schemas.openxmlformats.org/presentationml/2006/main">
  <p:tag name="KSO_WM_UNIT_PLACING_PICTURE_USER_VIEWPORT" val="{&quot;height&quot;:10500,&quot;width&quot;:6000}"/>
</p:tagLst>
</file>

<file path=ppt/tags/tag2.xml><?xml version="1.0" encoding="utf-8"?>
<p:tagLst xmlns:p="http://schemas.openxmlformats.org/presentationml/2006/main">
  <p:tag name="COMMONDATA" val="eyJoZGlkIjoiNDRmNjRlOWZkYmY2NTFkZmFlNDg5YmY2OTYxNTg2ZWU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824</Words>
  <Application>WPS 演示</Application>
  <PresentationFormat>宽屏</PresentationFormat>
  <Paragraphs>73</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宋体</vt:lpstr>
      <vt:lpstr>Wingdings</vt:lpstr>
      <vt:lpstr>黑体</vt:lpstr>
      <vt:lpstr>微软雅黑</vt:lpstr>
      <vt:lpstr>Arial Unicode MS</vt:lpstr>
      <vt:lpstr>Calibri</vt:lpstr>
      <vt:lpstr>默认设计模板</vt:lpstr>
      <vt:lpstr>第三章 视频标注项目</vt:lpstr>
      <vt:lpstr>PowerPoint 演示文稿</vt:lpstr>
      <vt:lpstr>内容概括</vt:lpstr>
      <vt:lpstr>1. 知识背景</vt:lpstr>
      <vt:lpstr>1. 知识背景</vt:lpstr>
      <vt:lpstr>2.典型应用场景</vt:lpstr>
      <vt:lpstr>3.实践标注操作</vt:lpstr>
      <vt:lpstr>3.实践标注操作</vt:lpstr>
      <vt:lpstr>3.实践标注操作</vt:lpstr>
      <vt:lpstr>3.实践标注操作</vt:lpstr>
      <vt:lpstr>3.实践标注操作</vt:lpstr>
      <vt:lpstr>3.实践标注操作</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视频标注项目</dc:title>
  <dc:creator>Administrator</dc:creator>
  <cp:lastModifiedBy>MR</cp:lastModifiedBy>
  <cp:revision>28</cp:revision>
  <dcterms:created xsi:type="dcterms:W3CDTF">2022-07-22T02:58:00Z</dcterms:created>
  <dcterms:modified xsi:type="dcterms:W3CDTF">2026-05-15T09:41:02Z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2052-11.8.2.12094</vt:lpwstr>
  </property>
  <property fmtid="{D5CDD505-2E9C-101B-9397-08002B2CF9AE}" pid="3" name="ICV">
    <vt:lpwstr>09836B5A95B0495C83B44E35F1994789</vt:lpwstr>
  </property>
</Properties>
</file>