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语音数据转写与标注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转写标注、角色标注与情感标注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能说出语音转写标注的完整流程与规范要求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能概括说话人角色标注和情感标注的基本方法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能识记语音标注数据集的格式标准与质量要求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能独立完成语音内容的逐字转写标注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能进行多说话人角色识别与标注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能完成语音情感分类标注并导出标准数据集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一、语音转写标注规范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转写基本原则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逐字转写，忠实于原始语音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使用标准汉字，不添加不遗漏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数字根据语境写汉字或阿拉伯数字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标点符号规范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句末：。！？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句中停顿：，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疑问语气：？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感叹语气：！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特殊语音现象处理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重复：保留原文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如：我我我想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改口：保留修正过程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听不清：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[?]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[unclear]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噪音干扰：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[noise]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每段一行（一个完整句子）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标注起止时间戳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UTF-8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编码保存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二、说话人角色标注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角色定义与标签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SPK1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：主要说话人（客服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主持人）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SPK2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：次要说话人（客户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嘉宾）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SPK3+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：其他说话人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角色识别技巧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音色特征：音调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音色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对话逻辑：提问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回答关系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内容语境：角色身份推断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角色切换标注规则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切换点精确到词级别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同时说话：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[overlap]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不确定角色：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[uncertain]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标注格式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0.0-2.5 SPK1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您好，请问有什么可以帮您？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2.5-5.0 SPK2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我想查询一下订单状态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三、情感标注体系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基本情感分类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(happy)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：积极正面情绪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悲伤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(sad)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：消极低落情绪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愤怒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(angry)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：强烈不满情绪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惊讶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(surprise)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：意外情绪反应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(neutral)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：无明显情绪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恐惧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(fear)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：担忧害怕情绪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情感判断依据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语调与语速变化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用词与语义内容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语音强度与停顿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上下文语境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情感强度标注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- 1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级：轻微（弱）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- 2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级：明显（中）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- 3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级：强烈（强）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情感变化标记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标注情感转折点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记录情感持续时间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标记混合情感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四、多维度标注整合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标注层结构设计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(interval)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：语音分段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(interval)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：转写内容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(interval)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：说话人角色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(interval)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：情感类型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(point)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：情感变化点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层间关系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层时间范围包含后续层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各层标注内容相互独立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时间对齐确保一致性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整合检查要点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各层时间轴是否对齐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转写内容与角色是否匹配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情感标注与内容是否一致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标注是否完整无遗漏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五、标注质量要求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转写质量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转写准确率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95%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无整句遗漏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标点使用正确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角色标注质量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角色识别准确率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90%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切换点误差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200ms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无角色混淆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情感标注质量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情感分类准确率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85%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情感强度合理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情感变化标记完整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数据集整体质量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所有标注层完整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时间戳对齐一致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文件格式规范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编码正确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六、标注实操流程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实操步骤：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：音频导入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Praat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音频文件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查看波形和频谱图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：创建标注层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TextGrid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命名各层：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seg/trans/role/emo/emo_pt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：分段标注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按语义段落切分语音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：转写标注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逐段进行内容转写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：角色标注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标注每段说话人身份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：情感标注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标注情感类型与变化点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：导出检查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导出标注数据并自检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七、标注数据集导出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导出格式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TextGrid(.TextGrid)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Praat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原生格式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(.csv)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：便于统计分析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JSON(.json)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：程序处理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数据集组织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
  |- audio/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（原始音频）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|- annotation/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（标注文件）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|- metadata.csv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（元数据）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|- README.txt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（说明文档）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元数据记录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标注任务编号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标注人姓名与日期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音频基本信息（时长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采样率）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标注完成情况（总段数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完成率）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数据提交规范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压缩打包提交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文件命名统一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附带标注说明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语音转写标注规范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逐字转写原则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特殊现象处理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格式与标点要求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角色与情感标注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多说话人角色识别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情感分类体系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情感强度与变化标注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多维度标注整合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层标注结构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数据集导出规范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完成完整对话语音的转写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导出标准数据集并提交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2026-06-26T08:57:32Z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B240E71CEE144D598E01DC96C14CD3DC_11</vt:lpwstr>
  </property>
</Properties>
</file>