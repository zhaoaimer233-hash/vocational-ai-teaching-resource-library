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视频标注质量审核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标注质量检查与审核方法
数据标注·第14周
授课教师：李国栋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知识目标：
·能说出视频标注质量审核的主要内容与标准
·能概括标注质量自审的核心方法与流程
·能识记标注质量反馈与改进的基本机制
能力目标：
·能对视频帧标注结果进行系统的质量检查
·能识别并纠正标注中的常见错误与遗漏
·能编写标注质量审核报告并提出改进建议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一、标注质量审核概述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为什么需要标注质量审核
·标注数据质量直接影响AI模型精度
·标注错误导致模型训练偏差
·高质量标注数据是AI系统的基础
2. 审核的层次
·自审：标注者自己检查
·互审：团队成员交叉检查
·专审：专业审核人员抽查
3. 审核的目标
·发现并纠正标注错误
·确保标注一致性
·提升整体标注质量
·建立质量反馈机制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二、视频帧标注审核内容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/>
          </a:bodyPr>
          <a:p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标注完整性检查
·是否有漏标的目标（漏检）
·是否有重复标注
·标注覆盖范围是否完整
2. 标注准确性检查
·目标类别是否正确
·边界框位置是否准确贴合
·关键点位置是否精确
3. 标注一致性检查
·同一标注者前后是否一致
·不同标注者之间是否一致
·标注是否符合标注规范
4. 标注格式检查
·标注文件格式是否正确
·标签名称是否符合规范
·坐标值是否在合理范围</a:t>
            </a:r>
            <a:endParaRPr lang="zh-CN" altLang="en-US" sz="26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三、边界框标注审核要点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/>
          </a:bodyPr>
          <a:p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贴合度检查
·边界框应紧密包围目标
·不宜过大（含太多背景）或过小（截断目标）
·IoU指标评估贴合度
2. 类别正确性
·目标类别标注是否准确
·混淆类别识别（如卡车vs公交车）
·模糊目标处理是否合理
3. 遮挡处理
·部分遮挡目标的标注范围
·严重遮挡目标是否标注
·遮挡边界处理一致性
4. 小目标处理
·小目标的标注阈值
·是否遗漏小目标
·边界框精度要求</a:t>
            </a:r>
            <a:endParaRPr lang="zh-CN" altLang="en-US" sz="26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四、关键点标注审核要点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/>
          </a:bodyPr>
          <a:p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关键点位置准确性
·每个关键点是否在正确的解剖/结构位置
·关键点偏移量评估
·可接受的位置误差范围
2. 关键点可见性标注
·可见/遮挡/不可见标注是否正确
·遮挡关键点的处理
·不可见关键点的推断是否合理
3. 关键点完整性
·是否标注了所有要求的关績点
·缺少关键点的情况
·关键点数量是否符合规范
4. 关键点顺序
·关键点标注顺序是否正确
·左右对称关键点是否混淆
·关键点标签是否匹配</a:t>
            </a:r>
            <a:endParaRPr lang="zh-CN" altLang="en-US" sz="26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五、质量评估标准体系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定量评估指标
·标注准确率：正确标注数/总标注数
·漏标率：遗漏目标数/应有目标数
·误标率：错误标注数/总标注数
·IoU一致性：标注者间交集/并集
2. 错误严重等级
·严重错误：类别完全错误、大范围漏标
·中等错误：边界偏差较大、关键点偏移
·轻微错误：边界微调、格式不规范
3. 质量等级划分
·优秀：准确率&gt;95%，无严重错误
·良好：准确率90-95%
·合格：准确率80-90%
·不合格：准确率&lt;80%或存在大量严重错误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六、质量自审流程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/>
          </a:bodyPr>
          <a:p>
            <a:r>
              <a:rPr lang="zh-CN" altLang="en-US" sz="266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自审流程步骤
·第1步：完整性检查（是否有漏标）
·第2步：类别准确性检查
·第3步：标注位置精确性检查
·第4步：格式规范性检查
·第5步：记录问题清单
·第6步：修正标注错误
2. 审核工具使用
·标注平台内置审核功能
·对比视图查看多版标注
·统计面板查看错误分布
·审核记录追踪修改历史
3. 审核记录要求
·记录每个问题的具体位置
·描述问题类型与严重程度
·记录修正措施
·汇总审核统计数据</a:t>
            </a:r>
            <a:endParaRPr lang="zh-CN" altLang="en-US" sz="266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七、审核报告与反馈机制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zh-CN" altLang="en-US" sz="228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审核报告内容结构
·审核基本信息（审核人、日期、范围）
·审核统计数据（总量、准确率、错误分类）
·典型问题案例分析
·问题汇总与趋势分析
·改进建议与行动计划
2. 反馈机制
·及时向标注者反馈审核结果
·定期组织标注质量复盘会
·建立常见错误案例库
·持续更新标注规范
3. 质量持续改进
·分析错误根因
·优化标注规范
·加强薄弱环节培训
·建立质量激励机制</a:t>
            </a:r>
            <a:endParaRPr lang="zh-CN" altLang="en-US" sz="228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latin typeface="微软雅黑" panose="020B0503020204020204" charset="-122"/>
                <a:ea typeface="微软雅黑" panose="020B0503020204020204" charset="-122"/>
              </a:rPr>
              <a:t>课程小结</a:t>
            </a:r>
            <a:endParaRPr lang="zh-CN" altLang="en-US" sz="3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78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本节课重点回顾：
1. 视频标注质量审核内容
  ·完整性、准确性、一致性、格式检查
  ·边界框与关键点审核要点
2. 质量评估标准体系
  ·定量指标（准确率/漏标率/误标率）
  ·错误等级与质量等级划分
3. 自审流程与反馈机制
  ·六步自审法
  ·审核报告编写规范
课后作业：
·完成50帧标注数据的完整质量审核
·编写标注质量审核报告</a:t>
            </a:r>
            <a:endParaRPr lang="zh-CN" altLang="en-US" sz="178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1785</Words>
  <Application>WPS 演示</Application>
  <PresentationFormat>宽屏</PresentationFormat>
  <Paragraphs>40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 Unicode MS</vt:lpstr>
      <vt:lpstr>Arial Black</vt:lpstr>
      <vt:lpstr>微软雅黑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</dc:creator>
  <cp:lastModifiedBy>MR</cp:lastModifiedBy>
  <cp:revision>3</cp:revision>
  <dcterms:created xsi:type="dcterms:W3CDTF">2019-09-19T02:01:00Z</dcterms:created>
  <dcterms:modified xsi:type="dcterms:W3CDTF">2026-05-26T01:37:50Z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2052-11.8.2.12094</vt:lpwstr>
  </property>
  <property fmtid="{D5CDD505-2E9C-101B-9397-08002B2CF9AE}" pid="3" name="ICV">
    <vt:lpwstr>C53300B3AA644E0E9F61C37C651AD586</vt:lpwstr>
  </property>
</Properties>
</file>