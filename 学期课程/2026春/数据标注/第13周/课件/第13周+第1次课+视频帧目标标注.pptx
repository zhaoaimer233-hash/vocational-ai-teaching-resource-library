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3600" b="1">
                <a:solidFill>
                  <a:srgbClr val="7E231A"/>
                </a:solidFill>
                <a:latin typeface="微软雅黑" panose="020B0503020204020204" charset="-122"/>
                <a:ea typeface="微软雅黑" panose="020B0503020204020204" charset="-122"/>
              </a:rPr>
              <a:t>视频帧目标标注</a:t>
            </a:r>
            <a:endParaRPr lang="zh-CN" altLang="en-US" sz="3600" b="1">
              <a:solidFill>
                <a:srgbClr val="7E23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solidFill>
                  <a:srgbClr val="42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视频数据标注技术
数据标注·第13周
授课教师：李国栋</a:t>
            </a:r>
            <a:endParaRPr lang="zh-CN" altLang="en-US">
              <a:solidFill>
                <a:srgbClr val="42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6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知识目标：
·能说出视频帧目标检测标注的常用类型
·能概括边界框标注、关键点标注、语义分割标注的基本方法
·能识记标注规范的制定要素与质量标准
能力目标：
·能使用LabelStudio平台对视频帧进行目标检测标注
·能按照标注规范完成多种类型的目标标注任务
·能对标注结果进行质量检查与修正</a:t>
            </a:r>
            <a:endParaRPr lang="zh-CN" altLang="en-US" sz="160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一、目标检测标注概述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什么是目标检测标注
·在图像/视频帧中标记目标物体的位置和类别
·为AI模型训练提供监督学习数据
2. 主要应用场景
·自动驾驶：行人、车辆、交通标志
·安防监控：人脸、异常行为检测
·工业检测：产品缺陷定位
·医疗影像：病灶区域标记
3. 标注质量的重要性
·标注质量直接影响模型精度
·标注错误导致模型误判
·需要统一的标注规范和标准</a:t>
            </a:r>
            <a:endParaRPr lang="zh-CN" altLang="en-US" sz="160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二、边界框标注(Bounding Box)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基本概念
·用矩形框标记目标位置
·记录左上角和右下角坐标
·适用于规则形状目标
2. 标注格式
·Pascal VOC: (xmin, ymin, xmax, ymax)
·COCO: (x, y, width, height)
·YOLO: (x_center, y_center, width, height)归一化
3. 标注要点
·边界框应紧密贴合目标
·避免框选过多背景
·小目标需精确标注
·遮挡目标标注可见部分</a:t>
            </a:r>
            <a:endParaRPr lang="zh-CN" altLang="en-US" sz="160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三、关键点标注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基本概念
·标记目标的关键特征点
·记录每个关键点的坐标
·适用于人体姿态、面部特征等
2. 常见应用
·人体关键点：头部、肩、肘、腕、髋、膝、踝
·面部关键点：眼、鼻、嘴、轮廓
·手部关键点：手指关节
3. 标注格式
·(x, y, visibility) 三元组
·visibility: 可见/遮挡/不可见
·COCO格式为17个关键点</a:t>
            </a:r>
            <a:endParaRPr lang="zh-CN" altLang="en-US" sz="160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四、多边形与分割标注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p>
            <a:r>
              <a:rPr lang="zh-CN" altLang="en-US" sz="2665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多边形标注
·用任意多边形勾勒目标轮廓
·适用于不规则形状目标
·精度高于边界框
2. 语义分割标注
·为每个像素分配类别标签
·适用于精细场景理解
·标注成本高，要求专业
3. 实例分割标注
·区分同一类别的不同实例
·结合检测与分割
·常用COCO格式
4. 各标注类型对比
·速度：边界框 &gt; 多边形 &gt; 分割
·精度：分割 &gt; 多边形 &gt; 边界框
·成本：边界框 &lt; 多边形 &lt; 分割</a:t>
            </a:r>
            <a:endParaRPr lang="zh-CN" altLang="en-US" sz="2665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五、标注规范与质量标准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78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标注规范制定要素
·目标类别定义
·标注范围与边界条件
·遮挡与截断处理规则
·模糊/小目标处理原则
2. 标注质量评估指标
·标注准确率
·标注一致率(IoU/IoA)
·漏标率与误标率
·标注效率
3. 常见标注错误
·目标类别标注错误
·边界框位置偏差
·关键点位置不准
·漏标或重复标注</a:t>
            </a:r>
            <a:endParaRPr lang="zh-CN" altLang="en-US" sz="178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六、LabelStudio标注平台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78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平台简介
·开源数据标注工具
·支持多种标注类型
·Web界面操作便捷
2. 视频帧标注流程
·创建标注项目
·配置标签类别（目标类别定义）
·导入待标注视频帧
·选择标注工具进行标注
·导出标注结果(JSON/COCO等格式)
3. 操作要点
·快捷键使用提升效率
·标注历史版本管理
·多人协作标注
·标注质量检查</a:t>
            </a:r>
            <a:endParaRPr lang="zh-CN" altLang="en-US" sz="178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七、标注实操演示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78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操作步骤：
1. 登录LabelStudio平台
2. 创建视频帧目标检测项目
3. 配置目标类别标签
   ·行人、车辆、交通标志、红绿灯
4. 导入视频帧数据集
5. 使用Bounding Box工具标注
6. 调整边界框大小与位置
7. 选择对应类别标签
8. 保存标注并标注下一帧
9. 导出标注结果
质量检查：
·检查标注完整性
·验证目标类别正确性
·确认边界框贴合度</a:t>
            </a:r>
            <a:endParaRPr lang="zh-CN" altLang="en-US" sz="178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0051E6"/>
                </a:solidFill>
                <a:latin typeface="微软雅黑" panose="020B0503020204020204" charset="-122"/>
                <a:ea typeface="微软雅黑" panose="020B0503020204020204" charset="-122"/>
              </a:rPr>
              <a:t>课程小结</a:t>
            </a:r>
            <a:endParaRPr lang="zh-CN" altLang="en-US" sz="3200" b="1">
              <a:solidFill>
                <a:srgbClr val="0051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p>
            <a:r>
              <a:rPr lang="zh-CN" altLang="en-US" sz="2665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本节课重点回顾：
1. 目标检测标注类型
  ·边界框标注(Bounding Box)
  ·关键点标注
  ·多边形标注
  ·语义分割标注
2. 标注规范与质量
  ·类别定义  ·IoU一致性
  ·漏标率  ·误标率
3. LabelStudio平台操作
  ·项目创建  ·标签配置
  ·标注工具使用  ·结果导出
课后作业：
·使用LabelStudio完成50帧目标标注
·编写标注质量自检报告</a:t>
            </a:r>
            <a:endParaRPr lang="zh-CN" altLang="en-US" sz="2665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1760</Words>
  <Application>WPS 演示</Application>
  <PresentationFormat>宽屏</PresentationFormat>
  <Paragraphs>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</dc:creator>
  <cp:lastModifiedBy>MR</cp:lastModifiedBy>
  <cp:revision>3</cp:revision>
  <dcterms:created xsi:type="dcterms:W3CDTF">2019-09-19T02:01:00Z</dcterms:created>
  <dcterms:modified xsi:type="dcterms:W3CDTF">2026-05-26T01:02:57Z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2052-11.8.2.12094</vt:lpwstr>
  </property>
  <property fmtid="{D5CDD505-2E9C-101B-9397-08002B2CF9AE}" pid="3" name="ICV">
    <vt:lpwstr>1F16E37C6790469C83BA15A38D959B6C</vt:lpwstr>
  </property>
</Properties>
</file>