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jpe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数据质量检测实践：从理论到应用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773D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千问智能PPT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8834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9548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课程导入：数据质量问题的现实挑战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4120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8834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6610350" y="9548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核心知识构建：数据质量检测方法体系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0350" y="14120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7216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17930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关键技术实践：多维度数据问题检测操作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17216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610350" y="17930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流程体系建立：数据审核全流程解析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26312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成果输出规范：数据审核报告编写实务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0884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43625" y="25598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610350" y="26312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综合能力提升：实战演练与认知深化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30884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24250" y="33980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3990975" y="3469481"/>
            <a:ext cx="1962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课程升华：职业素养与数据治理使命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90975" y="3926681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课程导入：数据质量问题的现实挑战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通过典型企业案例揭示数据质量问题对AI模型性能的严重影响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438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数据缺失问题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050" y="1843088"/>
            <a:ext cx="155733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训练数据中存在大量未识别的缺失值，导致模型输入不完整。缺失值影响坏账预测准确性，造成风控模型失效。该问题直接引发重大业务损失。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模型准确率下降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7488" y="1843088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由于数据质量问题，坏账预测准确率显著下滑。模型无法有效识别高风险用户，决策能力减弱。直接影响金融风控效果。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数据重复录入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33925" y="1843088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相同数据多次录入系统，造成信息冗余。用户行为分析模型因此产生偏差，推荐系统误判用户偏好。客户满意度大幅下降。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推荐系统失准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0363" y="1843088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因数据重复，用户画像失真。推荐内容与实际需求不符，用户体验变差。客户流失风险上升。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81050" y="3271838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异常值未清洗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050" y="3648075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数据中的异常值未被及时识别和处理。影响智能客服语义理解能力，导致响应错误频发。服务失败率明显上升。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57488" y="3271838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智能客服故障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57488" y="3648075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语义理解模型受污染数据干扰，响应不准确。客户问题得不到有效解决，服务效率降低。严重影响用户信任。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33925" y="3271838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数字化转型受阻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33925" y="3648075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数据质量问题连锁反应，多个智能系统表现不佳。企业自动化进程放缓，运营成本增加。整体转型目标难以实现。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710363" y="3271838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数据质量管理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710363" y="3648075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缺乏统一的数据清洗与校验机制，问题长期积累。需建立全流程数据治理规范。提升数据可靠性与模型鲁棒性。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展示数据缺失、重复与异常值在实际业务场景中的具体表现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数据缺失示例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客户信息表中手机号字段为空，导致精准营销失败，影响用户触达率。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重复数据问题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订单系统中同一笔交易被记录两次，引发财务对账错误与资源浪费。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异常值实例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传感器记录温度为-50℃，超出合理范围，属于明显的数据采集错误。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引导思考：低质量数据如何影响国家数字经济的安全与发展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数据是新生产要素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高质量数据是数字经济发展的核心资源，其准确性直接影响产业智能化升级与国家竞争力。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劣质数据引发风险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错误或缺失的数据可能导致政策误判、金融风险与公共安全事件，威胁国家数字治理安全。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责任连着国家安全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从业者严谨对待数据质量，是践行数据安全责任制，支撑数字中国建设的基础保障。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明确本课程的学习目标与实践价值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掌握检测方法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学习识别缺失、重复与异常数据的技术手段，夯实数据质量分析基础。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规范审核流程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理解数据审核标准流程，建立系统化、可追溯的质量管控意识。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输出专业报告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掌握审核报告编写规范，准确表达问题发现与改进建议。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培育职业素养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树立严谨细致、诚信负责的数据治理责任感与行业使命感。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核心知识构建：数据质量检测方法体系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解析数据缺失的三种主要类型及其业务成因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完全随机缺失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数据丢失与任何变量无关，通常由系统故障引起。对分析影响较小，但仍需识别以确保数据质量。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随机性缺失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缺失与某些已知变量相关，例如特定群体未填写某项信息。可通过统计方法进行校正，减少偏差。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2479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非随机缺失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50031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缺失与未观测值本身有关，如高收入者隐瞒薪资。容易导致严重偏倚，最难处理且影响最大。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205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缺失类型影响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457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不同缺失类型对分析的影响程度不同。识别类型有助于选择合适的处理方法，提高结果可靠性。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掌握基于统计与规则的缺失数据识别技术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314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3043238"/>
            <a:ext cx="885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统计识别法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计算字段非空比例，评估数据缺失程度。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9100" y="217170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设定阈值触发预警，监控整体数据质量。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581275" y="259080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规则匹配法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9100" y="296227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依据业务逻辑校验，确保必填字段完整。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9100" y="320992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定义填写规则，防止人为或系统遗漏。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81275" y="36290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模式分析法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9100" y="400050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挖掘连续性缺失，发现周期性采集故障。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9100" y="42481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识别集中性缺失，定位特定时段或模块问题。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76950" y="16573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跨表关联法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9338" y="202882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基于主外键比对，检测引用缺失异常。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29338" y="227647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发现关联断裂，揭示多表数据不一致问题。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76950" y="26955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缺失分布特征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29338" y="306705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分析缺失集中区域，判断是否系统性缺陷。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29338" y="331470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追踪连续缺失趋势，辅助根因诊断。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76950" y="373380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数据异常类型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129338" y="410527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识别引用缺失，如外键指向不存在记录。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129338" y="435292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发现关联断裂，导致信息链不完整。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理解重复数据的判定逻辑并学习高效去重策略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重复数据定义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重复数据指同一实体在数据集中多次出现，可能源于系统冗余、传输错误或录入失误，影响分析准确性。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判定逻辑解析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基于关键字段（如ID、姓名、时间戳）进行完全匹配或相似度比对，识别记录间的重复关系。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高效去重策略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采用哈希算法加速比对，结合规则引擎设定优先保留条件，确保去重过程可追溯且无信息丢失。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定义异常值的技术标准，区分语义异常与数值异常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异常值定义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异常值指偏离正常范围的数据点，需结合业务逻辑与统计分布综合判断其合理性。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数值型异常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通过Z-score、IQR等统计方法识别超出合理区间的数据，如年龄为150岁的记录。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语义型异常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数据格式或逻辑错误，如性别填为‘未知’以外的非常规值，需依据业务规则判定。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关键技术实践：多维度数据问题检测操作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动手演练：使用工具完成结构化数据的导入与预处理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启动数据分析工具，检查软件配置，确保运行环境稳定，为后续数据处理提供基础支持。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加载结构化数据文件，验证字段类型与编码格式，确保数据完整无损地进入分析流程。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字段解析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识别关键属性列，明确数值型、类别型字段的分布特征，为质量检测提供分类依据。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初步清洗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处理空格、缺失标识等格式问题，统一数据表达形式，提升后续检测准确性与效率。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执行缺失值扫描并生成可视化分布图谱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20395" b="20395"/>
          <a:stretch/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扫描缺失值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使用工具遍历数据集各字段，统计空值、零值及异常占位符数量，定位缺失集中区域。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分析分布模式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956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识别缺失是否集中于特定字段或记录，判断其随机性或系统性，辅助成因诊断。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生成图谱展示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956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通过热力图与柱状图直观呈现缺失分布，提升问题可读性与汇报专业性。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运用哈希比对与字段匹配实现重复记录精准识别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识别原理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基于关键字段组合生成唯一哈希值，通过比对哈希值快速定位完全重复的记录。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字段选择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选取业务主键或核心属性字段（如姓名、身份证号、手机号）作为匹配依据，确保准确性。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利用Python Pandas对指定列进行duplicated()标记，并结合hashlib生成自定义哈希标识。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结果处理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标记并统计重复项，保留首条记录，输出去重后数据集及详细日志供审核追溯。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基于箱线图、Z-score等方法定位潜在异常数据点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箱线图识别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通过四分位距检测离群点，直观展示数据分布范围与异常边界，适用于不规则分布数据。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Z-score判断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利用标准差衡量数据偏离均值程度，将绝对值大于3的点视为潜在异常，适合正态分布数据。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异常点定义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结合统计方法设定异常标准，区分噪声与真实异常，提升检测准确性。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方法适用性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分布不规则时优先使用箱线图，稳定分布可采用Z-score，根据数据特征选择合适方法。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业务逻辑验证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统计结果需结合实际场景判断，避免误判，确保异常判定的技术与业务合理性。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6764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综合判定策略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928813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融合多种统计技术与领域知识，提高异常检测的全面性与可靠性。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流程体系建立：数据审核全流程解析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29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梳理数据审核的标准作业流程（SOP）与关键控制节点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5010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76388" y="3790950"/>
            <a:ext cx="1076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审核流程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00463" y="16954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前期准备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67288" y="146685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明确目标与范围，确定审核要覆盖的内容和边界。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967288" y="171450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组建专项小组，指派具备专业能力的人员参与。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967288" y="196215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制定详细计划，规划时间表、任务分工与执行路径。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00463" y="25336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授权启动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67288" y="23050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正式获取审核授权，确保程序合法合规。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67288" y="255270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启动审核任务，建立全过程追溯机制。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67288" y="28003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落实责任到人，明确各环节负责人。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00463" y="33718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数据检测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67288" y="31432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检查数据缺失，识别记录不完整的字段或条目。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67288" y="33909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识别重复数据，发现并标记内容重复的记录。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67288" y="36385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检测异常值，依据标准判断偏离正常范围的数据。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700463" y="42100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过程记录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67288" y="398145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完整记录原始结果，确保数据可复查。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67288" y="422910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留存操作日志，跟踪每一步处理行为。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67288" y="447675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保障执行透明，使流程对监督方可见。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700463" y="50482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结果复核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67288" y="48196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由独立第三方复核，避免利益冲突影响判断。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967288" y="506730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召开评审会议，集体确认问题清单的准确性。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967288" y="53149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形成初步结论，汇总发现并提出改进建议。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700463" y="58864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归档确认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967288" y="56578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审核结论签字，责任人确认结果真实性。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967288" y="590550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正式归档保存，建立长期可查的审核档案。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967288" y="61531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确保有据可查，支持后续审计与追溯需求。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721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446" r="5446" t="0" b="0"/>
          <a:stretch/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绘制数据审核流程结构图，明确各环节职责分工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41454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明确审核目标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666952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确定审核的目标与范围，确保工作聚焦关键领域。统一团队对审核目的的理解，避免资源浪费。为后续步骤提供清晰方向。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3197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组建审核团队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84389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成立具备权限和工具支持的审核小组。合理分配成员职责，提升协作效率。确保团队能力覆盖审核全过程需求。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44941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采集原始数据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701826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按照规范收集数据，保证来源清晰且可追溯。注重时间序列完整性，防止信息断层。为分析提供可靠的数据基础。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保障数据完整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19263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采取措施维护数据的完整性与一致性。防止遗漏或篡改，增强审核可信度。建立数据质量检查机制。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执行数据检测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71926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技术人员采用既定方法检测缺失、重复和异常值。实时记录操作过程，确保结果客观准确。提高问题识别的科学性与效率。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589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记录审核过程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911376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详细记录每一步检测流程和发现。支持后续复盘与责任追溯。增强审核工作的透明度与规范性。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64152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编制审核报告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893939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汇总所有检测结果形成结构化报告。突出关键问题与风险点，便于决策参考。确保信息传递完整有效。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62409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复核提交闭环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87650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负责人对报告进行复核确认无误后提交。实现问题反馈与责任闭环管理。推动审核成果落地应用。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2026-03-06T03:31:42Z</dcterms:created>
  <dcterms:modified xsi:type="dcterms:W3CDTF">2026-03-06T03:31:42Z</dcterms:modified>
</cp:coreProperties>
</file>

<file path=docProps/custom.xml><?xml version="1.0" encoding="utf-8"?>
<ns0:Properties xmlns:ns0="http://schemas.openxmlformats.org/officeDocument/2006/custom-properties" xmlns:ns1="http://schemas.openxmlformats.org/officeDocument/2006/docPropsVTypes" xmlns="http://schemas.openxmlformats.org/officeDocument/2006/custom-properties" xmlns:vt="http://schemas.openxmlformats.org/officeDocument/2006/docPropsVTypes">
  <ns0:property fmtid="{D5CDD505-2E9C-101B-9397-08002B2CF9AE}" pid="2" name="AIGC">
    <ns1:lpwstr>{"Label": 1, "ContentProducer": "001191330110MADHPQQY7L10000", "ProduceID": "ffeb01793bc1cd5af2d9c1ab412e2bda", "ReservedCode1": "37d934d27f50a8c01a1c530d6dcf536a359a5cd3baf40c61cda84d7b73e77f4f", "ContentPropagator": "001191330110MADHPQQY7L10000", "PropagateID": "ffeb01793bc1cd5af2d9c1ab412e2bda", "ReservedCode2": ""}</ns1:lpwstr>
  </ns0:property>
</ns0:Properties>
</file>