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3600" b="1">
                <a:solidFill>
                  <a:srgbClr val="7E231A"/>
                </a:solidFill>
                <a:latin typeface="微软雅黑" panose="020B0503020204020204" charset="-122"/>
                <a:ea typeface="微软雅黑" panose="020B0503020204020204" charset="-122"/>
              </a:rPr>
              <a:t>数据分析工具应用</a:t>
            </a:r>
            <a:endParaRPr lang="zh-CN" altLang="en-US" sz="3600" b="1">
              <a:solidFill>
                <a:srgbClr val="7E231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>
                <a:solidFill>
                  <a:srgbClr val="4242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Excel与Python数据分析实战
人工智能训练师中级·第13周
授课教师：李国栋</a:t>
            </a:r>
            <a:endParaRPr lang="zh-CN" altLang="en-US">
              <a:solidFill>
                <a:srgbClr val="4242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教学目标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16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知识目标：
·能说出Excel数据分析常用功能及函数
·能列举Python数据分析常用库及方法
·能概括数据透视表与可视化图表的相关概念
能力目标：
·能使用Excel进行数据透视、函数计算和图表制作
·能使用Python(Pandas)进行基本数据读取、清洗与分析
·能根据分析需求选择合适工具并输出分析结论</a:t>
            </a:r>
            <a:endParaRPr lang="zh-CN" altLang="en-US" sz="160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一、Excel数据分析概述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Excel数据分析功能介绍
·数据排序与筛选
·数据验证与条件格式
·数据透视表
·数据分析工具库
2. Excel在AI训练中的应用
·训练数据统计分析
·标注结果汇总
·模型性能指标可视化
3. 常用分析场景
·数据质量检查
·数据分布分析
·结果对比分析</a:t>
            </a:r>
            <a:endParaRPr lang="zh-CN" altLang="en-US" sz="160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二、数据透视表与常用函数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数据透视表
·创建数据透视表
·行/列/值字段配置
·切片器与时间轴
·数据刷新与更新
2. 常用查找与统计函数
·VLOOKUP - 垂直查找匹配
·SUMIF - 条件求和
·COUNTIF - 条件计数
·AVERAGEIF - 条件平均值
3. 文本与日期函数
·LEFT/RIGHT/MID - 文本截取
·TEXT - 格式转换
·DATEDIF - 日期差值</a:t>
            </a:r>
            <a:endParaRPr lang="zh-CN" altLang="en-US" sz="160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三、条件格式与图表制作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78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条件格式
·数据条与色阶
·图标集
·自定义规则
·重复值/唯一值高亮
2. 图表类型
·柱状图与条形图
·折线图与面积图
·饼图与环形图
·散点图与气泡图
3. 图表美化技巧
·标题与图例设置
·坐标轴格式
·数据标签
·配色方案</a:t>
            </a:r>
            <a:endParaRPr lang="zh-CN" altLang="en-US" sz="178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四、Python数据分析简介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Python数据分析环境
·Anaconda/Jupyter环境
·pip安装数据分析库
·Python与Excel对比
2. 核心数据分析库
·NumPy - 数值计算
·Pandas - 数据处理
·Matplotlib - 数据可视化
·Seaborn - 统计图表
3. Pandas核心数据结构
·Series - 一维数据
·DataFrame - 二维表格数据
·Index - 行/列索引</a:t>
            </a:r>
            <a:endParaRPr lang="zh-CN" altLang="en-US" sz="160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五、Pandas数据读取与清洗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数据读取
·pd.read_csv() - 读取CSV文件
·pd.read_excel() - 读取Excel文件
·pd.read_json() - 读取JSON数据
2. 数据清洗常用方法
·dropna() - 删除空值
·fillna() - 填充空值
·drop_duplicates() - 删除重复值
·astype() - 转换数据类型
3. 数据筛选与排序
·loc/iloc - 行列定位
·query() - 条件查询
·sort_values() - 排序</a:t>
            </a:r>
            <a:endParaRPr lang="zh-CN" altLang="en-US" sz="160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六、数据可视化与分析报告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r>
              <a:rPr lang="zh-CN" altLang="en-US" sz="2285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Matplotlib基础绘图
·plt.plot() - 折线图
·plt.bar() - 柱状图
·plt.pie() - 饼图
·plt.scatter() - 散点图
2. 数据分析流程
·明确分析目标
·数据获取与清洗
·探索性数据分析(EDA)
·模型建立与评估
·结论与报告
3. 工具选择原则
·数据量大优先Python
·快速探索优先Excel
·定期报告可模板化
·复杂分析选Python</a:t>
            </a:r>
            <a:endParaRPr lang="zh-CN" altLang="en-US" sz="2285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C06515"/>
                </a:solidFill>
                <a:latin typeface="微软雅黑" panose="020B0503020204020204" charset="-122"/>
                <a:ea typeface="微软雅黑" panose="020B0503020204020204" charset="-122"/>
              </a:rPr>
              <a:t>七、案例演示与对比分析</a:t>
            </a:r>
            <a:endParaRPr lang="zh-CN" altLang="en-US" sz="3200" b="1">
              <a:solidFill>
                <a:srgbClr val="C0651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78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案例：AI训练数据质量分析
Excel方法：
·数据透视表汇总类别分布
·COUNTIF统计标注数量
·条件格式高亮异常值
·图表展示各类别占比
Python方法：
·pd.read_csv读取标注数据
·groupby分组统计
·value_counts频次分析
·matplotlib绘制分布图
对比总结：
·Excel适合快速探索与可视化
·Python适合批量处理与自动化</a:t>
            </a:r>
            <a:endParaRPr lang="zh-CN" altLang="en-US" sz="178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200" b="1">
                <a:solidFill>
                  <a:srgbClr val="0051E6"/>
                </a:solidFill>
                <a:latin typeface="微软雅黑" panose="020B0503020204020204" charset="-122"/>
                <a:ea typeface="微软雅黑" panose="020B0503020204020204" charset="-122"/>
              </a:rPr>
              <a:t>课程小结</a:t>
            </a:r>
            <a:endParaRPr lang="zh-CN" altLang="en-US" sz="3200" b="1">
              <a:solidFill>
                <a:srgbClr val="0051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r>
              <a:rPr lang="zh-CN" altLang="en-US" sz="1600">
                <a:solidFill>
                  <a:srgbClr val="21212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本节课重点回顾：
1. Excel数据分析工具
  ·数据透视表  ·VLOOKUP/SUMIF/COUNTIF函数
  ·条件格式  ·图表制作
2. Python数据分析基础
  ·Pandas库基本操作  ·数据读取与清洗
  ·数据统计与聚合  ·Matplotlib可视化
3. 工具选择原则
  ·根据数据规模、分析复杂度和使用场景选择
课后作业：
·使用Excel和Python分别分析练习数据集
·对比两种工具的分析效果</a:t>
            </a:r>
            <a:endParaRPr lang="zh-CN" altLang="en-US" sz="1600">
              <a:solidFill>
                <a:srgbClr val="21212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1825</Words>
  <Application>WPS 演示</Application>
  <PresentationFormat>宽屏</PresentationFormat>
  <Paragraphs>40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 Unicode MS</vt:lpstr>
      <vt:lpstr>Arial Black</vt:lpstr>
      <vt:lpstr>微软雅黑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</dc:creator>
  <cp:lastModifiedBy>MR</cp:lastModifiedBy>
  <cp:revision>3</cp:revision>
  <dcterms:created xsi:type="dcterms:W3CDTF">2019-09-19T02:01:00Z</dcterms:created>
  <dcterms:modified xsi:type="dcterms:W3CDTF">2026-05-26T01:02:51Z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2052-11.8.2.12094</vt:lpwstr>
  </property>
  <property fmtid="{D5CDD505-2E9C-101B-9397-08002B2CF9AE}" pid="3" name="ICV">
    <vt:lpwstr>C75A743C8BC84BE688BFF1B2CBBFABFD</vt:lpwstr>
  </property>
</Properties>
</file>