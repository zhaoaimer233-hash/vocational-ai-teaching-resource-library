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智能客服系统搭建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知识库配置与对话流程部署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人工智能训练师中级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授课教师：李国栋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能说出智能客服系统搭建的主要步骤与流程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能概括知识库导入与意图配置的基本方法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能识记对话流程部署与系统测试的关键要点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能完成知识库数据的导入与意图规则配置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能部署多轮对话流程并进行功能测试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能根据测试结果优化系统对话效果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一、智能客服平台概述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智能客服系统架构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前端对话界面（网页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/APP/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自然语言理解引擎（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NLU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对话管理模块（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DM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知识库与问答库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数据分析与报表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系统搭建总流程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准备阶段：场景分析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搭建阶段：知识库导入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意图配置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流程部署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测试阶段：功能测试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效果评估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优化迭代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常用智能客服平台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百度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、阿里云小蜜、腾讯云智聆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开源方案：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Rasa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ChatterBot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二、知识库导入与配置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知识库组成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意图分类体系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实体字典（词槽）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标准问答对库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对话流程模板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数据导入步骤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创建客服机器人项目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导入意图分类（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JSON/Excel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导入实体字典与同义词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批量导入标准问答对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配置问答匹配规则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配置要点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意图命名规范与层级结构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实体取值范围的完整性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问答对覆盖率检查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相似问法扩展（提高识别率）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三、意图识别配置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意图分类体系部署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将前期设计的意图体系导入平台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设置意图优先级与触发条件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配置意图间的跳转关系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意图训练数据配置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为每个意图配置训练语料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添加正例与负例样本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设置置信度阈值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实体提取配置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定义实体类型与取值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配置实体识别模板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设置槽位必填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意图识别测试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输入测试语句验证意图识别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检查实体提取准确性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调整阈值与训练数据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四、多轮对话流程部署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对话流程配置方法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可视化流程编辑器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节点类型：开始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条件分支：意图匹配、槽位判断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槽位填充机制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定义对话所需槽位（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Slot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设置槽位提问话术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槽位填充确认与纠错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回复模板配置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标准回复话术模板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动态变量嵌入（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订单号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多轮对话上下文引用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无法识别意图时的兜底回复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槽位填充失败的引导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转人工客服的触发条件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五、问答对批量部署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标准问答对导入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Excel/CSV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批量导入模板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问答对格式：问题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导入后验证数据完整性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相似问法扩展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为每个标准问题添加变体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同义词与近义词替换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口语化表达扩展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个相似问法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问答匹配策略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精确匹配：完全一致的问题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模糊匹配：关键词匹配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语义匹配：基于向量相似度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问答对质量检查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去除重复问答对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检查答案准确性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验证覆盖场景完整性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六、系统测试与调试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逐个意图测试识别效果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测试多轮对话完整性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测试异常场景处理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黑盒测试：模拟用户对话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边界测试：极端输入测试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压力测试：高频并发对话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常见问题排查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意图识别错误：调整训练语料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实体提取不准：优化实体字典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对话流程中断：检查条件分支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优化迭代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根据测试结果调整配置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补充遗漏的问答场景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优化回复话术质量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七、小组任务说明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小组任务：完成智能客服系统搭建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导入前期准备的知识库数据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配置意图分类与实体字典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部署多轮对话流程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配置标准问答对与回复模板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5.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进行功能测试与交叉验证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6.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根据测试结果优化系统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成果交付：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系统配置文件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功能测试报告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优化改进说明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系统演示录屏或现场演示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课程小结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本节课重点回顾：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智能客服平台架构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NLU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对话管理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系统搭建核心步骤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知识库导入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意图配置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流程部署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测试优化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关键配置要点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意图训练语料与置信度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槽位填充与回复模板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异常场景处理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课后作业：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完善系统对话流程和回复模板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对系统进行测试并记录结果</a:t>
            </a:r>
            <a:endParaRPr lang="zh-CN" altLang="en-US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1822</Words>
  <Application>WPS 演示</Application>
  <PresentationFormat>宽屏</PresentationFormat>
  <Paragraphs>40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MR</dc:creator>
  <cp:lastModifiedBy>尻鸭</cp:lastModifiedBy>
  <cp:revision>157</cp:revision>
  <dcterms:created xsi:type="dcterms:W3CDTF">2019-06-19T02:08:00Z</dcterms:created>
  <dcterms:modified xsi:type="dcterms:W3CDTF">2026-06-12T07:59:06Z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613B4D1FCD33483798BDA49BC3E6335B_11</vt:lpwstr>
  </property>
</Properties>
</file>