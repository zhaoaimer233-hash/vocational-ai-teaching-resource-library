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智能客服准备阶段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客服场景分析与数据准备
人工智能训练师中级·第14周
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
·能说出智能客服系统的典型业务场景与功能需求
·能概括客服场景数据分类与标注需求分析方法
·能识记智能客服知识库构建的基本流程
能力目标：
·能分析客服业务场景并提取核心对话流程
·能设计智能客服系统的数据准备方案
·能完成客服对话数据的收集与整理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一、智能客服系统概述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什么是智能客服系统
·基于AI技术的自动化客户服务系统
·通过自然语言处理理解用户问题
·自动匹配知识库答案或转接人工
2. 智能客服分类
·FAQ问答型：匹配标准问答对
·任务型：完成特定业务操作（退换货、查订单）
·闲聊型：日常对话交流
3. 核心技术
·意图识别：理解用户想做什么
·实体提取：识别关键信息（订单号、时间等）
·对话管理：维护多轮对话上下文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二、客服业务场景分析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典型客服场景
·售前咨询：产品信息、价格、优惠
·售后服务：退换货、维修、投诉
·账户管理：注册、登录、密码重置
·订单查询：物流跟踪、订单状态
2. 场景分析方法
·梳理业务流程与对话路径
·分析用户常见问题与诉求
·识别关键意图与实体类型
·设计多轮对话流程图
3. 意图分类体系设计
·层次化分类：一级意图/二级意图
·示例：售后|退换货|七天无理由
·每类意图对应标准答复模板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三、对话流程设计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标准问答对构建
·一问一答的基本形式
·问题需覆盖常见问法变体
·答案需准确、简洁、友好
·示例：
  Q：如何申请退货？
  A：您可以在订单详情页点击申请退货...
2. 多轮对话设计
·包含多个交互回合的对话场景
·每个回合触发不同的系统响应
·示例：查订单-&gt;输入手机号-&gt;确认身份-&gt;返回订单信息
3. 异常处理设计
·无法识别意图时的兜底回复
·转人工的触发条件与流程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四、客服数据准备流程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 sz="228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数据准备总体流程
·业务场景分析 -&gt; 数据需求设计 -&gt; 数据收集 -&gt; 数据清洗 -&gt; 格式整理
2. 数据收集渠道
·历史客服对话记录
·客服知识库文档
·产品FAQ文档
·用户常见问题总结
3. 数据格式规范
·标准问答对模板
·意图-实体标注格式
·多轮对话标注格式
4. 数据质量控制
·内容准确性检查
·格式一致性校验
·覆盖度评估（场景完整性）</a:t>
            </a:r>
            <a:endParaRPr lang="zh-CN" altLang="en-US" sz="228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五、知识库结构设计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 sz="228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知识库核心组成
·意图库：意图分类体系与触发条件
·实体库：实体类型定义与取值范围
·问答库：标准问答对集合
·对话流：多轮对话流程定义
2. 知识库构建步骤
·定义意图分类体系
·定义实体类型与字典
·编写标准问答对
·设计多轮对话流程
·配置意图-回复映射关系
3. 知识库维护
·定期更新问答内容
·新增业务场景支持
·优化不准确的回复
·根据用户反馈改进</a:t>
            </a:r>
            <a:endParaRPr lang="zh-CN" altLang="en-US" sz="228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六、场景分析实操演示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案例：电商售后咨询场景分析
步骤1：分析业务流程
·用户申请售后-&gt;选择退/换/修-&gt;填写原因-&gt;提交审核
步骤2：提取关键意图
·售后申请、进度查询、取消售后、投诉建议
步骤3：提取实体类型
·订单号、商品名称、售后类型、联系方式
步骤4：设计问答对
·Q：怎么申请退货退款？
·A：请在订单页面选择需要退货的商品...
步骤5：设计多轮对话
·第1轮：收集售后类型
·第2轮：确认商品信息
·第3轮：收集退货原因
·第4轮：生成售后单号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七、小组任务说明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小组任务：选择一个客服场景完成准备阶段
任务要求：
1. 选择业务场景（电商/银行/电信/教育等）
2. 分析场景核心对话流程
3. 设计意图分类体系（不少于5类）
4. 提取关键实体类型（不少于3种）
5. 编写标准问答对（不少于20组）
6. 设计多轮对话场景（不少于3个）
7. 整理为标准数据格式
成果交付物：
·场景需求分析文档
·意图分类体系表
·标准问答对数据集
·多轮对话流程图
·数据准备总结报告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
1. 智能客服系统基础知识
  ·分类（FAQ/任务型/闲聊型）
  ·核心技术（意图识别、实体提取、对话管理）
2. 客服场景分析
  ·典型场景（售前/售后/账户/订单）
  ·分析方法（流程/意图/实体/对话）
3. 数据准备流程
  ·收集-&gt;清洗-&gt;格式化-&gt;质检
  ·标准问答对与多轮对话设计
课后作业：
·完善本组场景需求文档和数据准备方案
·收集真实客服对话案例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1834</Words>
  <Application>WPS 演示</Application>
  <PresentationFormat>宽屏</PresentationFormat>
  <Paragraphs>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</dc:creator>
  <cp:lastModifiedBy>MR</cp:lastModifiedBy>
  <cp:revision>3</cp:revision>
  <dcterms:created xsi:type="dcterms:W3CDTF">2019-09-19T02:01:00Z</dcterms:created>
  <dcterms:modified xsi:type="dcterms:W3CDTF">2026-05-26T01:37:47Z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2052-11.8.2.12094</vt:lpwstr>
  </property>
  <property fmtid="{D5CDD505-2E9C-101B-9397-08002B2CF9AE}" pid="3" name="ICV">
    <vt:lpwstr>422A01FA095D41D0B9DA258E21110B8D</vt:lpwstr>
  </property>
</Properties>
</file>