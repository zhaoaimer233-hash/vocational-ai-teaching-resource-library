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成果展示与讲评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项目成果汇报与课程总结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人工智能训练师中级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能说出本学期各模块学习的核心知识与技能要点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能概括项目成果展示的汇报结构与表达方法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能识记课程总结与未来学习方向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能制作并展示智能客服项目成果汇报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能对本学期学习成果进行自我评估与反思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能清晰表达项目思路与收获体会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一、成果展示安排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展示内容要求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项目背景与需求分析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数据准备过程与成果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系统搭建与配置展示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对话流程与效果演示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测试结果与优化改进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项目总结与收获体会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展示时间分配（每组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(5min)+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(5min)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系统搭建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(5min)+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效果演示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(3min)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总结收获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(2min)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评分标准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项目完整度：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展示表达力：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技术创新性：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endParaRPr lang="en-US" altLang="zh-CN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二、优秀项目展示要点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项目背景清晰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明确业务场景选择理由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分析用户需求与痛点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数据准备规范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意图分类体系完整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问答对覆盖度好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数据格式标准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系统搭建完善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知识库配置合理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对话流程逻辑清晰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异常处理完善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演示效果流畅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多种场景测试通过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回复准确率高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用户体验好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总结反思深刻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能分析项目不足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有明确的改进思路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三、互评与交流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互评维度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项目完整性：是否覆盖全流程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数据质量：标注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归类是否规范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系统效果：对话是否流畅准确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创新亮点：是否有独特设计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展示表达：是否清晰有条理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互评要求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客观公正，实事求是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先肯定优点，再提建议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提出具体可操作的改进意见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交流收获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学习其他组的优秀做法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反思自身项目的不足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拓展思路和视野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四、课程知识体系回顾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业务数据质量审核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异常值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重复值检查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审核报告编写规范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数据处理与优化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数据采集流程分析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处理流程优化建议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数据归类与定义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数据分类体系构建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Excel/Pandas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归类工具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标注质量审核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审核报告与反馈机制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5.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智能系统维护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知识库管理与维护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系统部署与配置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6.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数据分析与优化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数据指标计算与分析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Excel/Python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分析工具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五、行业前景与就业方向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人工智能训练师职业发展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技能等级认定体系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薪资水平与发展空间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相关就业岗位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数据标注工程师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数据运营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智能客服产品经理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项目管理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行业发展趋势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应用场景持续扩展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数据质量要求不断提高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人机协作成为常态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复合型人才更受欢迎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深入学习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了解机器学习基础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行业动态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积累项目实践经验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六、学期学习总结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本学期学习收获：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知识层面：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掌握数据标注全流程操作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训练师工作体系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了解智能客服系统原理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技能层面：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数据审核与归类能力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标注质量检查能力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系统维护与操作能力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项目展示与表达能力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素养层面：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规范操作的职业习惯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团队协作的沟通能力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质量至上的责任意识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持续学习的发展意识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七、学生座谈会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学习心得分享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本学期最大的收获是什么？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遇到的最大困难是什么？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如何克服这些困难的？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课程反馈建议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哪些内容最有帮助？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哪些方面可以改进？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对后续课程的建议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未来规划交流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行业的认识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个人的职业规划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需要提升的能力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教师寄语：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肯定学生的努力与成长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鼓励持续学习与进步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祝福学生美好未来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课程圆满结束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感谢与祝福：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感谢同学们一个学期的努力与配合！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本学期见证了每一位同学的成长与进步：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从数据标注小白到能独立完成标注任务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一知半解到能搭建智能客服系统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从个人学习到团队协作完成项目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希望大家：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保持学习的热情与好奇心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将所学知识应用到实践中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行业闯出自己的一片天地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祝同学们前程似锦，未来可期！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1798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2026-07-01T00:49:39Z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2DB13A0DB2654FCF8DBAC69A96421FC7_11</vt:lpwstr>
  </property>
</Properties>
</file>