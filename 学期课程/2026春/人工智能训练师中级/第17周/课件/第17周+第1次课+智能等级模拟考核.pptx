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智能等级模拟考核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四级全流程模拟考核与考前指导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人工智能训练师中级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授课教师：李国栋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教学目标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知识目标：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能说出四级考核各模块评分标准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能概括模拟考核流程与时间分配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能识记考核中常见错误类型与规避方法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能力目标：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能按考核标准独立完成全流程模拟操作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能在规定时间内完成各模块实操任务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能根据模拟结果进行针对性查漏补缺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一、模拟考核安排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0000" lnSpcReduction="20000"/>
          </a:bodyPr>
          <a:p>
            <a:r>
              <a:rPr lang="en-US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考核时间分配（总计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120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分钟）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模块一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(25min)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：业务数据质量审核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模块二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(25min)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：数据归类与定义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模块三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(30min)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：标注质量审核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模块四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(30min)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：系统维护与管理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机动检查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(10min)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：整体复查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考核形式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上机实操，独立完成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每题限时，超时扣分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操作过程全程记录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评分标准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操作规范性：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40%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结果正确性：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40%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完成效率：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20%</a:t>
            </a:r>
            <a:endParaRPr lang="en-US" altLang="zh-CN" sz="178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二、模块一</a:t>
            </a:r>
            <a:r>
              <a:rPr lang="en-US" altLang="zh-CN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数据审核要点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审核任务内容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检查数据集完整性（总条数）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识别重复数据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检测异常值（超出合理范围）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检查数据格式规范性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操作流程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打开数据集查看总览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逐项检查数据字段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标记异常数据（颜色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备注）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编写审核报告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得分要点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异常数据正确识别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审核报告完整规范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操作步骤有序清晰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4.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常见失分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遗漏小批量异常数据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审核报告格式不规范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未区分异常严重等级</a:t>
            </a: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三、模块二</a:t>
            </a:r>
            <a:r>
              <a:rPr lang="en-US" altLang="zh-CN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数据归类要点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归类任务内容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根据数据特征建立分类体系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将数据按类别归类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验证归类结果一致性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操作流程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分析数据特征确定分类维度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建立分类标签体系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Excel/Pandas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进行归类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统计各类别数据量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得分要点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分类体系合理完整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归类结果准确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归类标签命名规范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4.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常见失分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分类体系不完备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归类标准不一致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未使用工具效率低</a:t>
            </a: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四、模块三</a:t>
            </a:r>
            <a:r>
              <a:rPr lang="en-US" altLang="zh-CN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标注审核要点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审核任务内容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检查标注完整性（漏标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重标）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检查标注准确性（类别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位置）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检查标注一致性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操作流程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打开标注数据集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逐张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逐帧检查标注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记录标注问题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编写审核报告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得分要点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标注问题全部识别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问题分类准确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审核报告规范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4.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常见失分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漏检小目标标注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边界偏差判断不准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审核记录不完整</a:t>
            </a: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五、模块四</a:t>
            </a:r>
            <a:r>
              <a:rPr lang="en-US" altLang="zh-CN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系统维护要点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维护任务内容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知识库条目增删改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系统参数配置检查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简单故障排查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操作流程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登录系统管理后台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按要求执行维护操作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记录操作过程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验证操作结果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得分要点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操作步骤正确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操作结果符合要求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维护记录规范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4.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常见失分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操作步骤遗漏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未验证操作结果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未记录维护日志</a:t>
            </a: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六、考核策略与技巧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时间管理策略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先浏览全部题目，评估难度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先易后难，确保基础分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每题预留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2-3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分钟检查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操作规范提醒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仔细阅读题目要求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按要求规范操作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及时保存操作结果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应急处理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设备故障立即报告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遇到难题合理跳过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保持冷静不慌乱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4.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检查要点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是否完成所有题目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操作结果是否正确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文件名和格式是否规范</a:t>
            </a: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七、考前指导与心理疏导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正式考核前准备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复习各模块操作规范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整理个人易错点清单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熟悉考核平台操作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准备必要的工具和材料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考前一周复习计划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每天复习一个模块重点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做一套完整模拟题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总结错题和薄弱点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考试心态调整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保持正常作息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适度紧张有助于发挥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相信自己的准备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4.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考试当天提醒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提前到达考场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检查设备正常运行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带齐证件和工具</a:t>
            </a: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课程小结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本节课重点回顾：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1.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模拟考核四大模块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数据审核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归类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标注审核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系统维护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各模块得分要点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规范性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正确性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效率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审核报告完整规范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操作步骤有序清晰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考核策略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合理分配时间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先易后难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预留检查时间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课后作业：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制定个人考前复习计划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重点复习薄弱模块</a:t>
            </a: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1738</Words>
  <Application>WPS 演示</Application>
  <PresentationFormat>宽屏</PresentationFormat>
  <Paragraphs>40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Arial Unicode MS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MR</dc:creator>
  <cp:lastModifiedBy>尻鸭</cp:lastModifiedBy>
  <cp:revision>157</cp:revision>
  <dcterms:created xsi:type="dcterms:W3CDTF">2019-06-19T02:08:00Z</dcterms:created>
  <dcterms:modified xsi:type="dcterms:W3CDTF">2026-06-26T08:56:55Z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D8F16BCE136E4CA29C337687273842C2_11</vt:lpwstr>
  </property>
</Properties>
</file>