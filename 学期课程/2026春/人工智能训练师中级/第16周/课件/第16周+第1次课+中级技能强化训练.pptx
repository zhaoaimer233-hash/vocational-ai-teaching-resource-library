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中级技能强化训练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数据审核与系统维护实操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人工智能训练师中级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授课教师：李国栋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知识目标：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能说出中级考核的主要内容与评分标准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能概括数据审核、数据归类、系统维护的核心要点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能识记中级技能考核的操作流程与注意事项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能力目标：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能独立完成数据审核与数据归类操作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能进行知识库维护与系统管理操作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能按照考核标准完成各模块实操任务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一、中级考核模块概述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 lnSpcReduction="20000"/>
          </a:bodyPr>
          <a:p>
            <a:r>
              <a:rPr lang="en-US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四大考核模块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模块一：业务数据质量审核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模块二：数据归类与定义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模块三：标注质量审核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模块四：系统维护与管理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考核形式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理论考核：选择题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判断题（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30%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实操考核：上机操作任务（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70%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考核时间：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120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评分标准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操作规范性（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40%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结果正确性（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40%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完成效率（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20%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违规操作扣分</a:t>
            </a:r>
            <a:endParaRPr lang="zh-CN" altLang="en-US" sz="178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二、数据审核模块强化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数据完整性检查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检查数据总量是否完整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验证文件格式正确性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确认字段完整无缺失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异常数据识别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重复数据检测与处理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异常值识别（超出范围值）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格式错误数据标记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审核记录规范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记录审核时间与审核人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标记问题数据编号与类型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填写审核结论与处理建议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实操要点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Excel/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标注平台审核工具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逐项检查不遗漏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及时记录发现问题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三、数据归类模块强化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数据归类方法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按内容主题分类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按数据格式分类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按使用场景分类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分类体系验证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类别互斥性检查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类别完备性检查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归类一致性验证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Excel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归类操作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使用筛选功能快速归类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数据透视表统计归类结果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COUNTIF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验证归类数量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常见错误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类别定义模糊导致归类不一致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多类别数据未做交叉归类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归类标签命名不规范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四、标注质量审核模块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审核流程回顾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完整性检查（漏标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重标）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准确性检查（类别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一致性检查（标注规范）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审核报告编写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审核基本信息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问题分类统计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典型问题案例分析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改进建议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常见标注错误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目标类别混淆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边界框偏差过大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小目标漏标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格式不符合规范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审核效率提升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使用平台批量审核功能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先查大类再查细节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建立常见错误检查清单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五、系统维护模块强化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知识库维护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知识条目新增与编辑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知识条目删除与归档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知识库版本管理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系统配置管理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系统参数查看与修改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权限管理与用户配置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日志查看与监控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常见故障排查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系统响应异常检查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数据同步问题处理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用户反馈问题定位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维护记录规范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记录维护操作时间与内容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记录故障现象与处理过程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记录系统变更信息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六、模拟考核训练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模拟考核流程：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模块一（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完成给定数据集的审核任务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编写数据审核报告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模块二（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对数据集进行归类操作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验证归类结果正确性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模块三（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审核给定标注数据质量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编写标注质量审核报告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模块四（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分钟）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完成知识库维护操作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执行系统管理任务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评分要点：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操作步骤是否规范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结果是否正确完整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是否在规定时间内完成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七、时间管理与应试技巧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en-US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时间分配建议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模块一：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分钟审核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+5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分钟报告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模块二：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分钟归类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+5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分钟验证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模块三：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分钟审核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+5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分钟报告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模块四：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分钟操作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+10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分钟检查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应试技巧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先易后难，确保基础分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遇到问题先跳过不要卡住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留出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5-10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分钟整体检查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考前准备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熟悉考试平台操作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携带必要的计算工具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保持良好的作息和精神状态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4.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注意事项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诚信考试，独立完成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遵守考场纪律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遇到设备问题及时报告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课程小结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本节课重点回顾：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1.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中级考核四大模块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数据审核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数据归类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标注质量审核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系统维护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2.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各模块核心要点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审核：完整性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准确性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记录规范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归类：分类体系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一致性验证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维护：知识库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系统管理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故障排查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3.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考核策略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合理分配时间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规范操作得分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先易后难策略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课后作业：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制定个人复习计划并完成针对性练习</a:t>
            </a:r>
            <a:r>
              <a:rPr lang="en-US" altLang="zh-CN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- </a:t>
            </a:r>
            <a:r>
              <a:rPr lang="zh-CN" altLang="en-US" sz="15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整理所有模块操作规范</a:t>
            </a:r>
            <a:endParaRPr lang="zh-CN" altLang="en-US" sz="15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1818</Words>
  <Application>WPS 演示</Application>
  <PresentationFormat>宽屏</PresentationFormat>
  <Paragraphs>40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Arial Unicode MS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MR</dc:creator>
  <cp:lastModifiedBy>尻鸭</cp:lastModifiedBy>
  <cp:revision>157</cp:revision>
  <dcterms:created xsi:type="dcterms:W3CDTF">2019-06-19T02:08:00Z</dcterms:created>
  <dcterms:modified xsi:type="dcterms:W3CDTF">2026-06-16T08:45:25Z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4776F11F2EEA4ACF90D5171F5FC37130_11</vt:lpwstr>
  </property>
</Properties>
</file>