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75" r:id="rId4"/>
    <p:sldId id="269" r:id="rId5"/>
    <p:sldId id="272" r:id="rId6"/>
    <p:sldId id="273" r:id="rId7"/>
    <p:sldId id="257" r:id="rId8"/>
    <p:sldId id="258" r:id="rId9"/>
    <p:sldId id="270" r:id="rId10"/>
    <p:sldId id="260" r:id="rId11"/>
    <p:sldId id="266" r:id="rId12"/>
    <p:sldId id="271" r:id="rId13"/>
    <p:sldId id="264" r:id="rId14"/>
    <p:sldId id="268" r:id="rId15"/>
    <p:sldId id="265" r:id="rId16"/>
    <p:sldId id="26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7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4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B197-2668-47A5-9FD7-9DF8F3225908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8E1CD-287A-4CAA-B2B8-483F15D420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41399" y="70464"/>
            <a:ext cx="10117667" cy="2387600"/>
          </a:xfrm>
        </p:spPr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请各参赛单位按照此路演模板进行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14915" y="2794657"/>
            <a:ext cx="9144000" cy="1655762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路演时间：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分钟，答辩时间：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分钟（时间到，终止演讲，请控制好时间）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7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路演人：决赛名单中该项目的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名参赛人员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（需现场查验身份证明，如身份证、学生证、教师证）</a:t>
            </a:r>
            <a:endParaRPr lang="en-US" altLang="zh-CN" sz="16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7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版式：参赛单位自行设计（版式、颜色），格式：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16:9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，字体：微软雅黑  字号：标题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号加粗，正文自行控制。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7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演讲要素：模板提供的标题为路演必备项，不可删减，其余标题可根据项目实际情况增补。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7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比赛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使用：在比赛路演用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所有页面左上角出现比赛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标志。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7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答辩环节页面：统一使用比赛主题背景模板。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7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15" name="文本框 14"/>
          <p:cNvSpPr txBox="1"/>
          <p:nvPr/>
        </p:nvSpPr>
        <p:spPr>
          <a:xfrm>
            <a:off x="4251087" y="673293"/>
            <a:ext cx="4312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参赛项目信息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61275" y="2177583"/>
            <a:ext cx="45901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序号：</a:t>
            </a:r>
            <a:endParaRPr lang="en-US" altLang="zh-CN" sz="3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项目名称：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476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4879087" y="440090"/>
            <a:ext cx="43120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rgbClr val="FF0000"/>
                </a:solidFill>
              </a:rPr>
              <a:t>封面要求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619" y="1882930"/>
            <a:ext cx="459013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参赛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4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  <a:r>
              <a:rPr lang="zh-CN" altLang="en-US" sz="4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（可带有副标题）</a:t>
            </a:r>
            <a:endParaRPr lang="zh-CN" altLang="en-US" sz="4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 dirty="0">
              <a:solidFill>
                <a:srgbClr val="127D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2697" y="4499031"/>
            <a:ext cx="75800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</a:rPr>
              <a:t>需保留左上角比赛</a:t>
            </a:r>
            <a:r>
              <a:rPr lang="en-US" altLang="zh-CN" sz="3200" dirty="0" smtClean="0">
                <a:solidFill>
                  <a:srgbClr val="FF0000"/>
                </a:solidFill>
              </a:rPr>
              <a:t>LOGO</a:t>
            </a:r>
            <a:r>
              <a:rPr lang="zh-CN" altLang="en-US" sz="3200" dirty="0" smtClean="0">
                <a:solidFill>
                  <a:srgbClr val="FF0000"/>
                </a:solidFill>
              </a:rPr>
              <a:t>，封面版式、图片、字体、字号、颜色可自行设计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232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4809" y="46310"/>
            <a:ext cx="10515600" cy="77893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项目摘要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2281555" y="2233930"/>
            <a:ext cx="8465820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85057" y="64758"/>
            <a:ext cx="10515600" cy="77893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揭榜项目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zh-CN" altLang="en-US" sz="3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（揭榜领题类替换此页，不写摘要）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2281555" y="2233930"/>
            <a:ext cx="9037320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71264" y="20173"/>
            <a:ext cx="10515600" cy="77893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概要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（揭榜领题类使用此页）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1535430" y="2233930"/>
            <a:ext cx="9544050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08972" y="20173"/>
            <a:ext cx="10515600" cy="778933"/>
          </a:xfrm>
        </p:spPr>
        <p:txBody>
          <a:bodyPr>
            <a:norm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项目简介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1710055" y="2345055"/>
            <a:ext cx="9100185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6352" y="-25314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项目研发背景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1472565" y="2233930"/>
            <a:ext cx="9591675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85057" y="-153684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项目应用场景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2281555" y="2233930"/>
            <a:ext cx="8783320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3928" y="-18253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项目技术路线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2281555" y="2233930"/>
            <a:ext cx="9132570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66125" y="-25314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项目创新点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2281555" y="2233930"/>
            <a:ext cx="8656320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85057" y="-25314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商业模式与市场推广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2281555" y="2233930"/>
            <a:ext cx="8592820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85057" y="-25314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社会价值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2281555" y="2233930"/>
            <a:ext cx="8735695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85057" y="-25314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团队优势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2281555" y="2233930"/>
            <a:ext cx="8513445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85057" y="-25314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项目实证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资料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（揭榜领题</a:t>
            </a:r>
            <a:r>
              <a:rPr lang="zh-CN" altLang="en-US" sz="3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类增补此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页）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2281555" y="2233930"/>
            <a:ext cx="8528685" cy="9531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需要有左上的</a:t>
            </a:r>
            <a:r>
              <a:rPr lang="en-US" altLang="zh-CN" sz="2800" dirty="0" smtClean="0">
                <a:solidFill>
                  <a:srgbClr val="FF0000"/>
                </a:solidFill>
              </a:rPr>
              <a:t>LOGO</a:t>
            </a:r>
            <a:r>
              <a:rPr lang="zh-CN" altLang="en-US" sz="2800" dirty="0" smtClean="0">
                <a:solidFill>
                  <a:srgbClr val="FF0000"/>
                </a:solidFill>
              </a:rPr>
              <a:t>及一级标题文字（黑色）样式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 smtClean="0">
                <a:solidFill>
                  <a:srgbClr val="FF0000"/>
                </a:solidFill>
              </a:rPr>
              <a:t>版式、颜色、字体、字号自定，比例</a:t>
            </a:r>
            <a:r>
              <a:rPr lang="en-US" altLang="zh-CN" sz="2800" dirty="0" smtClean="0">
                <a:solidFill>
                  <a:srgbClr val="FF0000"/>
                </a:solidFill>
              </a:rPr>
              <a:t>16</a:t>
            </a:r>
            <a:r>
              <a:rPr lang="zh-CN" altLang="en-US" sz="2800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63194" y="1618972"/>
            <a:ext cx="51282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项目名称（居中）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599186" y="2669770"/>
            <a:ext cx="51282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答辩环节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531869" y="4238220"/>
            <a:ext cx="5128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Medium" panose="020B0600000000000000" charset="-122"/>
              </a:rPr>
              <a:t>（时间</a:t>
            </a:r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Medium" panose="020B0600000000000000" charset="-122"/>
              </a:rPr>
              <a:t>：</a:t>
            </a:r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Medium" panose="020B0600000000000000" charset="-122"/>
              </a:rPr>
              <a:t>3</a:t>
            </a:r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Medium" panose="020B0600000000000000" charset="-122"/>
              </a:rPr>
              <a:t>分钟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Medium" panose="020B0600000000000000" charset="-122"/>
              </a:rPr>
              <a:t>）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607</Words>
  <Application>Microsoft Office PowerPoint</Application>
  <PresentationFormat>宽屏</PresentationFormat>
  <Paragraphs>52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思源黑体 CN Medium</vt:lpstr>
      <vt:lpstr>微软雅黑</vt:lpstr>
      <vt:lpstr>Arial</vt:lpstr>
      <vt:lpstr>Wingdings</vt:lpstr>
      <vt:lpstr>Office 主题​​</vt:lpstr>
      <vt:lpstr>请各参赛单位按照此路演模板进行PPT设计</vt:lpstr>
      <vt:lpstr>PowerPoint 演示文稿</vt:lpstr>
      <vt:lpstr>PowerPoint 演示文稿</vt:lpstr>
      <vt:lpstr>项目摘要</vt:lpstr>
      <vt:lpstr>揭榜项目理解（揭榜领题类替换此页，不写摘要）</vt:lpstr>
      <vt:lpstr>解决方案概要（揭榜领题类使用此页）</vt:lpstr>
      <vt:lpstr>项目简介</vt:lpstr>
      <vt:lpstr>项目研发背景</vt:lpstr>
      <vt:lpstr>项目应用场景</vt:lpstr>
      <vt:lpstr>项目技术路线</vt:lpstr>
      <vt:lpstr>项目创新点</vt:lpstr>
      <vt:lpstr>商业模式与市场推广</vt:lpstr>
      <vt:lpstr>社会价值</vt:lpstr>
      <vt:lpstr>团队优势</vt:lpstr>
      <vt:lpstr>项目实证资料（揭榜领题类增补此页）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参赛项目名称</dc:title>
  <dc:creator>Administrator</dc:creator>
  <cp:lastModifiedBy>Microsoft 帐户</cp:lastModifiedBy>
  <cp:revision>19</cp:revision>
  <dcterms:created xsi:type="dcterms:W3CDTF">2023-03-10T01:32:00Z</dcterms:created>
  <dcterms:modified xsi:type="dcterms:W3CDTF">2025-12-03T08:11:02Z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