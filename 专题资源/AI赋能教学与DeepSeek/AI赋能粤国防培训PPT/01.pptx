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5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6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7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ags/tag8.xml" ContentType="application/vnd.openxmlformats-officedocument.presentationml.tag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tags/tag9.xml" ContentType="application/vnd.openxmlformats-officedocument.presentationml.tag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54" r:id="rId2"/>
    <p:sldMasterId id="2147483867" r:id="rId3"/>
  </p:sldMasterIdLst>
  <p:notesMasterIdLst>
    <p:notesMasterId r:id="rId52"/>
  </p:notesMasterIdLst>
  <p:sldIdLst>
    <p:sldId id="2007581172" r:id="rId4"/>
    <p:sldId id="3679" r:id="rId5"/>
    <p:sldId id="2007581065" r:id="rId6"/>
    <p:sldId id="2007581066" r:id="rId7"/>
    <p:sldId id="2007581113" r:id="rId8"/>
    <p:sldId id="2007581067" r:id="rId9"/>
    <p:sldId id="2007581068" r:id="rId10"/>
    <p:sldId id="2007581069" r:id="rId11"/>
    <p:sldId id="977" r:id="rId12"/>
    <p:sldId id="2007581153" r:id="rId13"/>
    <p:sldId id="2007581162" r:id="rId14"/>
    <p:sldId id="2007581046" r:id="rId15"/>
    <p:sldId id="2007581091" r:id="rId16"/>
    <p:sldId id="2007581071" r:id="rId17"/>
    <p:sldId id="2007581083" r:id="rId18"/>
    <p:sldId id="2007581084" r:id="rId19"/>
    <p:sldId id="2007581085" r:id="rId20"/>
    <p:sldId id="2007581086" r:id="rId21"/>
    <p:sldId id="2007581101" r:id="rId22"/>
    <p:sldId id="2007581103" r:id="rId23"/>
    <p:sldId id="2007581104" r:id="rId24"/>
    <p:sldId id="2007581102" r:id="rId25"/>
    <p:sldId id="2007581105" r:id="rId26"/>
    <p:sldId id="2007581120" r:id="rId27"/>
    <p:sldId id="2007581049" r:id="rId28"/>
    <p:sldId id="2007581072" r:id="rId29"/>
    <p:sldId id="2007581165" r:id="rId30"/>
    <p:sldId id="2007581179" r:id="rId31"/>
    <p:sldId id="2007581050" r:id="rId32"/>
    <p:sldId id="2007581080" r:id="rId33"/>
    <p:sldId id="2007581081" r:id="rId34"/>
    <p:sldId id="2007581154" r:id="rId35"/>
    <p:sldId id="2007581116" r:id="rId36"/>
    <p:sldId id="2007581177" r:id="rId37"/>
    <p:sldId id="2007581161" r:id="rId38"/>
    <p:sldId id="2007581144" r:id="rId39"/>
    <p:sldId id="2007581168" r:id="rId40"/>
    <p:sldId id="2007581157" r:id="rId41"/>
    <p:sldId id="2007581141" r:id="rId42"/>
    <p:sldId id="2007581180" r:id="rId43"/>
    <p:sldId id="2007581166" r:id="rId44"/>
    <p:sldId id="2007581117" r:id="rId45"/>
    <p:sldId id="2007581142" r:id="rId46"/>
    <p:sldId id="2007581088" r:id="rId47"/>
    <p:sldId id="2007581185" r:id="rId48"/>
    <p:sldId id="2007581186" r:id="rId49"/>
    <p:sldId id="2007581089" r:id="rId50"/>
    <p:sldId id="1430" r:id="rId51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BC2"/>
    <a:srgbClr val="FF8775"/>
    <a:srgbClr val="ECE4E5"/>
    <a:srgbClr val="7A68FF"/>
    <a:srgbClr val="4470EE"/>
    <a:srgbClr val="56678F"/>
    <a:srgbClr val="64ADF6"/>
    <a:srgbClr val="F34191"/>
    <a:srgbClr val="FFFFFF"/>
    <a:srgbClr val="0A5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0533" autoAdjust="0"/>
    <p:restoredTop sz="55938" autoAdjust="0"/>
  </p:normalViewPr>
  <p:slideViewPr>
    <p:cSldViewPr snapToGrid="0">
      <p:cViewPr varScale="1">
        <p:scale>
          <a:sx n="75" d="100"/>
          <a:sy n="75" d="100"/>
        </p:scale>
        <p:origin x="1397" y="82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gs" Target="tags/tag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3D6B3-0F3A-4498-BC0E-BCF3D282A446}" type="datetimeFigureOut">
              <a:rPr lang="zh-CN" altLang="en-US" smtClean="0"/>
              <a:t>2024/9/30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5F1D3-6D56-40D8-9EBC-08C24213A0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443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119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952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3250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885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67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138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883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704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5394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91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699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414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4206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275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571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05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1353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021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186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855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5976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291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6732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8951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062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4154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4611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5728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8631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1576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4260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3235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8165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766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8854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70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3795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effectLst/>
              <a:highlight>
                <a:srgbClr val="262630"/>
              </a:highlight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7178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5160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848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604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7540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9334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en-US" b="0" i="0" dirty="0">
              <a:solidFill>
                <a:srgbClr val="222222"/>
              </a:solidFill>
              <a:effectLst/>
              <a:latin typeface="system-u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60814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5023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6536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222222"/>
              </a:solidFill>
              <a:effectLst/>
              <a:latin typeface="system-u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23631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796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19586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747379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507138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145372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44928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94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3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30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465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4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47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83537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075939"/>
      </p:ext>
    </p:extLst>
  </p:cSld>
  <p:clrMapOvr>
    <a:masterClrMapping/>
  </p:clrMapOvr>
  <p:transition spd="slow">
    <p:fade/>
  </p:transition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853068"/>
      </p:ext>
    </p:extLst>
  </p:cSld>
  <p:clrMapOvr>
    <a:masterClrMapping/>
  </p:clrMapOvr>
  <p:transition spd="slow">
    <p:fade/>
  </p:transition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547080"/>
      </p:ext>
    </p:extLst>
  </p:cSld>
  <p:clrMapOvr>
    <a:masterClrMapping/>
  </p:clrMapOvr>
  <p:transition spd="slow">
    <p:fade/>
  </p:transition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450454"/>
      </p:ext>
    </p:extLst>
  </p:cSld>
  <p:clrMapOvr>
    <a:masterClrMapping/>
  </p:clrMapOvr>
  <p:transition spd="slow">
    <p:fade/>
  </p:transition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69487"/>
      </p:ext>
    </p:extLst>
  </p:cSld>
  <p:clrMapOvr>
    <a:masterClrMapping/>
  </p:clrMapOvr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6325336"/>
      </p:ext>
    </p:extLst>
  </p:cSld>
  <p:clrMapOvr>
    <a:masterClrMapping/>
  </p:clrMapOvr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575135233"/>
      </p:ext>
    </p:extLst>
  </p:cSld>
  <p:clrMapOvr>
    <a:masterClrMapping/>
  </p:clrMapOvr>
</p:sld>
</file>

<file path=ppt/slides/slide10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7947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03671"/>
      </p:ext>
    </p:extLst>
  </p:cSld>
  <p:clrMapOvr>
    <a:masterClrMapping/>
  </p:clrMapOvr>
  <p:transition spd="slow">
    <p:fade/>
  </p:transition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991151"/>
      </p:ext>
    </p:extLst>
  </p:cSld>
  <p:clrMapOvr>
    <a:masterClrMapping/>
  </p:clrMapOvr>
  <p:transition spd="slow">
    <p:fade/>
  </p:transition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926442"/>
      </p:ext>
    </p:extLst>
  </p:cSld>
  <p:clrMapOvr>
    <a:masterClrMapping/>
  </p:clrMapOvr>
  <p:transition spd="slow">
    <p:fade/>
  </p:transition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574889"/>
      </p:ext>
    </p:extLst>
  </p:cSld>
  <p:clrMapOvr>
    <a:masterClrMapping/>
  </p:clrMapOvr>
  <p:transition spd="slow">
    <p:fade/>
  </p:transition>
</p:sld>
</file>

<file path=ppt/slides/slide1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578912"/>
      </p:ext>
    </p:extLst>
  </p:cSld>
  <p:clrMapOvr>
    <a:masterClrMapping/>
  </p:clrMapOvr>
  <p:transition spd="slow">
    <p:fade/>
  </p:transition>
</p:sld>
</file>

<file path=ppt/slides/slide1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13189"/>
      </p:ext>
    </p:extLst>
  </p:cSld>
  <p:clrMapOvr>
    <a:masterClrMapping/>
  </p:clrMapOvr>
  <p:transition spd="slow">
    <p:fade/>
  </p:transition>
</p:sld>
</file>

<file path=ppt/slides/slide1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638247"/>
      </p:ext>
    </p:extLst>
  </p:cSld>
  <p:clrMapOvr>
    <a:masterClrMapping/>
  </p:clrMapOvr>
  <p:transition spd="slow">
    <p:fade/>
  </p:transition>
</p:sld>
</file>

<file path=ppt/slides/slide1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1880"/>
      </p:ext>
    </p:extLst>
  </p:cSld>
  <p:clrMapOvr>
    <a:masterClrMapping/>
  </p:clrMapOvr>
  <p:transition spd="slow">
    <p:fade/>
  </p:transition>
</p:sld>
</file>

<file path=ppt/slides/slide1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561565"/>
      </p:ext>
    </p:extLst>
  </p:cSld>
  <p:clrMapOvr>
    <a:masterClrMapping/>
  </p:clrMapOvr>
  <p:transition spd="slow">
    <p:fade/>
  </p:transition>
</p:sld>
</file>

<file path=ppt/slides/slide2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7214696"/>
      </p:ext>
    </p:extLst>
  </p:cSld>
  <p:clrMapOvr>
    <a:masterClrMapping/>
  </p:clrMapOvr>
</p:sld>
</file>

<file path=ppt/slides/slide2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480799"/>
      </p:ext>
    </p:extLst>
  </p:cSld>
  <p:clrMapOvr>
    <a:masterClrMapping/>
  </p:clrMapOvr>
</p:sld>
</file>

<file path=ppt/slides/slide2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298159"/>
      </p:ext>
    </p:extLst>
  </p:cSld>
  <p:clrMapOvr>
    <a:masterClrMapping/>
  </p:clrMapOvr>
</p:sld>
</file>

<file path=ppt/slides/slide2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4009953"/>
      </p:ext>
    </p:extLst>
  </p:cSld>
  <p:clrMapOvr>
    <a:masterClrMapping/>
  </p:clrMapOvr>
</p:sld>
</file>

<file path=ppt/slides/slide2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591385"/>
      </p:ext>
    </p:extLst>
  </p:cSld>
  <p:clrMapOvr>
    <a:masterClrMapping/>
  </p:clrMapOvr>
  <p:transition spd="slow">
    <p:fade/>
  </p:transition>
</p:sld>
</file>

<file path=ppt/slides/slide2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52367"/>
      </p:ext>
    </p:extLst>
  </p:cSld>
  <p:clrMapOvr>
    <a:masterClrMapping/>
  </p:clrMapOvr>
  <p:transition spd="slow">
    <p:fade/>
  </p:transition>
</p:sld>
</file>

<file path=ppt/slides/slide2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294870"/>
      </p:ext>
    </p:extLst>
  </p:cSld>
  <p:clrMapOvr>
    <a:masterClrMapping/>
  </p:clrMapOvr>
  <p:transition spd="slow">
    <p:fade/>
  </p:transition>
</p:sld>
</file>

<file path=ppt/slides/slide2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725260"/>
      </p:ext>
    </p:extLst>
  </p:cSld>
  <p:clrMapOvr>
    <a:masterClrMapping/>
  </p:clrMapOvr>
  <p:transition spd="slow">
    <p:fade/>
  </p:transition>
</p:sld>
</file>

<file path=ppt/slides/slide2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913349"/>
      </p:ext>
    </p:extLst>
  </p:cSld>
  <p:clrMapOvr>
    <a:masterClrMapping/>
  </p:clrMapOvr>
  <p:transition spd="slow">
    <p:fade/>
  </p:transition>
</p:sld>
</file>

<file path=ppt/slides/slide2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054793751"/>
      </p:ext>
    </p:extLst>
  </p:cSld>
  <p:clrMapOvr>
    <a:masterClrMapping/>
  </p:clrMapOvr>
  <p:transition spd="slow">
    <p:fade/>
  </p:transition>
</p:sld>
</file>

<file path=ppt/slides/slide3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311660"/>
      </p:ext>
    </p:extLst>
  </p:cSld>
  <p:clrMapOvr>
    <a:masterClrMapping/>
  </p:clrMapOvr>
  <p:transition spd="slow">
    <p:fade/>
  </p:transition>
</p:sld>
</file>

<file path=ppt/slides/slide3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56263703"/>
      </p:ext>
    </p:extLst>
  </p:cSld>
  <p:clrMapOvr>
    <a:masterClrMapping/>
  </p:clrMapOvr>
  <p:transition spd="slow">
    <p:fade/>
  </p:transition>
</p:sld>
</file>

<file path=ppt/slides/slide3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775507"/>
      </p:ext>
    </p:extLst>
  </p:cSld>
  <p:clrMapOvr>
    <a:masterClrMapping/>
  </p:clrMapOvr>
  <p:transition spd="slow">
    <p:fade/>
  </p:transition>
</p:sld>
</file>

<file path=ppt/slides/slide3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558734329"/>
      </p:ext>
    </p:extLst>
  </p:cSld>
  <p:clrMapOvr>
    <a:masterClrMapping/>
  </p:clrMapOvr>
  <p:transition spd="slow">
    <p:fade/>
  </p:transition>
</p:sld>
</file>

<file path=ppt/slides/slide3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744291"/>
      </p:ext>
    </p:extLst>
  </p:cSld>
  <p:clrMapOvr>
    <a:masterClrMapping/>
  </p:clrMapOvr>
  <p:transition spd="slow">
    <p:fade/>
  </p:transition>
</p:sld>
</file>

<file path=ppt/slides/slide3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544030"/>
      </p:ext>
    </p:extLst>
  </p:cSld>
  <p:clrMapOvr>
    <a:masterClrMapping/>
  </p:clrMapOvr>
  <p:transition spd="slow">
    <p:fade/>
  </p:transition>
</p:sld>
</file>

<file path=ppt/slides/slide3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028631"/>
      </p:ext>
    </p:extLst>
  </p:cSld>
  <p:clrMapOvr>
    <a:masterClrMapping/>
  </p:clrMapOvr>
  <p:transition spd="slow">
    <p:fade/>
  </p:transition>
</p:sld>
</file>

<file path=ppt/slides/slide3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27281"/>
      </p:ext>
    </p:extLst>
  </p:cSld>
  <p:clrMapOvr>
    <a:masterClrMapping/>
  </p:clrMapOvr>
  <p:transition spd="slow">
    <p:fade/>
  </p:transition>
</p:sld>
</file>

<file path=ppt/slides/slide3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310867"/>
      </p:ext>
    </p:extLst>
  </p:cSld>
  <p:clrMapOvr>
    <a:masterClrMapping/>
  </p:clrMapOvr>
  <p:transition spd="slow">
    <p:fade/>
  </p:transition>
</p:sld>
</file>

<file path=ppt/slides/slide3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849558"/>
      </p:ext>
    </p:extLst>
  </p:cSld>
  <p:clrMapOvr>
    <a:masterClrMapping/>
  </p:clrMapOvr>
  <p:transition spd="slow">
    <p:fade/>
  </p:transition>
</p:sld>
</file>

<file path=ppt/slides/slide4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762667"/>
      </p:ext>
    </p:extLst>
  </p:cSld>
  <p:clrMapOvr>
    <a:masterClrMapping/>
  </p:clrMapOvr>
  <p:transition spd="slow">
    <p:fade/>
  </p:transition>
</p:sld>
</file>

<file path=ppt/slides/slide4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011061"/>
      </p:ext>
    </p:extLst>
  </p:cSld>
  <p:clrMapOvr>
    <a:masterClrMapping/>
  </p:clrMapOvr>
  <p:transition spd="slow">
    <p:fade/>
  </p:transition>
</p:sld>
</file>

<file path=ppt/slides/slide4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141990"/>
      </p:ext>
    </p:extLst>
  </p:cSld>
  <p:clrMapOvr>
    <a:masterClrMapping/>
  </p:clrMapOvr>
  <p:transition spd="slow">
    <p:fade/>
  </p:transition>
</p:sld>
</file>

<file path=ppt/slides/slide4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74709"/>
      </p:ext>
    </p:extLst>
  </p:cSld>
  <p:clrMapOvr>
    <a:masterClrMapping/>
  </p:clrMapOvr>
</p:sld>
</file>

<file path=ppt/slides/slide4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87651373"/>
      </p:ext>
    </p:extLst>
  </p:cSld>
  <p:clrMapOvr>
    <a:masterClrMapping/>
  </p:clrMapOvr>
  <p:transition spd="slow">
    <p:fade/>
  </p:transition>
</p:sld>
</file>

<file path=ppt/slides/slide4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647476"/>
      </p:ext>
    </p:extLst>
  </p:cSld>
  <p:clrMapOvr>
    <a:masterClrMapping/>
  </p:clrMapOvr>
  <p:transition spd="slow">
    <p:fade/>
  </p:transition>
</p:sld>
</file>

<file path=ppt/slides/slide4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03008"/>
      </p:ext>
    </p:extLst>
  </p:cSld>
  <p:clrMapOvr>
    <a:masterClrMapping/>
  </p:clrMapOvr>
  <p:transition spd="slow">
    <p:fade/>
  </p:transition>
</p:sld>
</file>

<file path=ppt/slides/slide4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467218407"/>
      </p:ext>
    </p:extLst>
  </p:cSld>
  <p:clrMapOvr>
    <a:masterClrMapping/>
  </p:clrMapOvr>
</p:sld>
</file>

<file path=ppt/slides/slide48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23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170198656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588;#398723;#405356;#380024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10357;#262136;#264088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10357;#262136;#264088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3765;#45194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47172;#36883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4612;#204624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84370;#373120;#63140;#104251;#108533;#135108;#42640;#94066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0494;#160494;#27227;#107912;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19493</TotalTime>
  <Words>48</Words>
  <Application>Microsoft Office PowerPoint</Application>
  <PresentationFormat>宽屏</PresentationFormat>
  <Paragraphs>48</Paragraphs>
  <Slides>48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-apple-system</vt:lpstr>
      <vt:lpstr>system-ui</vt:lpstr>
      <vt:lpstr>arial</vt:lpstr>
      <vt:lpstr>arial</vt:lpstr>
      <vt:lpstr>Calibri</vt:lpstr>
      <vt:lpstr>Office 主题</vt:lpstr>
      <vt:lpstr>5_Office 主题</vt:lpstr>
      <vt:lpstr>6_Office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www.Laikey.net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Guoxiong Lai</dc:creator>
  <cp:lastModifiedBy>Kwok Hung Lai</cp:lastModifiedBy>
  <cp:revision>809</cp:revision>
  <dcterms:created xsi:type="dcterms:W3CDTF">2014-10-24T07:26:02Z</dcterms:created>
  <dcterms:modified xsi:type="dcterms:W3CDTF">2024-09-30T08:23:45Z</dcterms:modified>
</cp:coreProperties>
</file>