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56" r:id="rId4"/>
    <p:sldMasterId id="2147483658" r:id="rId5"/>
    <p:sldMasterId id="2147483660" r:id="rId6"/>
  </p:sldMasterIdLst>
  <p:notesMasterIdLst>
    <p:notesMasterId r:id="rId8"/>
  </p:notesMasterIdLst>
  <p:sldIdLst>
    <p:sldId id="11092465" r:id="rId7"/>
    <p:sldId id="11092510" r:id="rId9"/>
    <p:sldId id="11092502" r:id="rId10"/>
    <p:sldId id="11092560" r:id="rId11"/>
    <p:sldId id="11092543" r:id="rId12"/>
    <p:sldId id="11092500" r:id="rId13"/>
    <p:sldId id="11092558" r:id="rId14"/>
    <p:sldId id="11092501" r:id="rId15"/>
    <p:sldId id="11092436" r:id="rId16"/>
    <p:sldId id="11092421" r:id="rId17"/>
    <p:sldId id="11092435" r:id="rId18"/>
    <p:sldId id="11092422" r:id="rId19"/>
    <p:sldId id="11092424" r:id="rId20"/>
    <p:sldId id="11092431" r:id="rId21"/>
    <p:sldId id="11092432" r:id="rId22"/>
    <p:sldId id="11092425" r:id="rId23"/>
    <p:sldId id="11092426" r:id="rId24"/>
    <p:sldId id="11092427" r:id="rId25"/>
    <p:sldId id="11092428" r:id="rId26"/>
    <p:sldId id="11092429" r:id="rId27"/>
    <p:sldId id="11092430" r:id="rId28"/>
    <p:sldId id="11092467" r:id="rId29"/>
    <p:sldId id="11092469" r:id="rId30"/>
    <p:sldId id="11092468" r:id="rId31"/>
    <p:sldId id="11092434" r:id="rId32"/>
    <p:sldId id="11092578" r:id="rId33"/>
    <p:sldId id="11092433" r:id="rId34"/>
    <p:sldId id="11092509" r:id="rId35"/>
    <p:sldId id="11092503" r:id="rId36"/>
    <p:sldId id="11092504" r:id="rId37"/>
    <p:sldId id="11092505" r:id="rId38"/>
    <p:sldId id="11092556" r:id="rId39"/>
    <p:sldId id="11092494" r:id="rId40"/>
    <p:sldId id="11092497" r:id="rId41"/>
    <p:sldId id="11092493" r:id="rId42"/>
    <p:sldId id="11092498" r:id="rId43"/>
    <p:sldId id="11092496" r:id="rId44"/>
    <p:sldId id="11092499" r:id="rId45"/>
    <p:sldId id="11092495" r:id="rId46"/>
    <p:sldId id="11092511" r:id="rId47"/>
    <p:sldId id="11092507" r:id="rId48"/>
    <p:sldId id="11092512" r:id="rId49"/>
    <p:sldId id="11092520" r:id="rId50"/>
    <p:sldId id="11092521" r:id="rId51"/>
    <p:sldId id="11092524" r:id="rId52"/>
    <p:sldId id="11092523" r:id="rId53"/>
    <p:sldId id="11092522" r:id="rId54"/>
    <p:sldId id="11092525" r:id="rId55"/>
    <p:sldId id="11092518" r:id="rId56"/>
    <p:sldId id="11092513" r:id="rId57"/>
    <p:sldId id="11092516" r:id="rId58"/>
    <p:sldId id="11092583" r:id="rId59"/>
    <p:sldId id="11092581" r:id="rId60"/>
    <p:sldId id="11092582" r:id="rId61"/>
    <p:sldId id="11092534" r:id="rId62"/>
    <p:sldId id="11092574" r:id="rId63"/>
    <p:sldId id="11092535" r:id="rId64"/>
    <p:sldId id="3686" r:id="rId65"/>
    <p:sldId id="11092358" r:id="rId66"/>
    <p:sldId id="11092544" r:id="rId67"/>
    <p:sldId id="3688" r:id="rId68"/>
    <p:sldId id="3685" r:id="rId69"/>
    <p:sldId id="11092363" r:id="rId70"/>
    <p:sldId id="11092546" r:id="rId71"/>
    <p:sldId id="11092547" r:id="rId72"/>
    <p:sldId id="11092577" r:id="rId73"/>
    <p:sldId id="11092550" r:id="rId74"/>
    <p:sldId id="11092551" r:id="rId75"/>
    <p:sldId id="11092552" r:id="rId76"/>
    <p:sldId id="11092506" r:id="rId77"/>
    <p:sldId id="1430" r:id="rId78"/>
  </p:sldIdLst>
  <p:sldSz cx="12192000" cy="6858000"/>
  <p:notesSz cx="6858000" cy="9144000"/>
  <p:custDataLst>
    <p:tags r:id="rId8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7BC2"/>
    <a:srgbClr val="1E222F"/>
    <a:srgbClr val="539CF2"/>
    <a:srgbClr val="0F74F1"/>
    <a:srgbClr val="8FD1FC"/>
    <a:srgbClr val="102167"/>
    <a:srgbClr val="121F65"/>
    <a:srgbClr val="E0E9FE"/>
    <a:srgbClr val="A49BE9"/>
    <a:srgbClr val="1B7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7779" autoAdjust="0"/>
    <p:restoredTop sz="68531" autoAdjust="0"/>
  </p:normalViewPr>
  <p:slideViewPr>
    <p:cSldViewPr snapToGrid="0" showGuides="1">
      <p:cViewPr varScale="1">
        <p:scale>
          <a:sx n="78" d="100"/>
          <a:sy n="78" d="100"/>
        </p:scale>
        <p:origin x="754" y="58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2" Type="http://schemas.openxmlformats.org/officeDocument/2006/relationships/tags" Target="tags/tag1.xml"/><Relationship Id="rId81" Type="http://schemas.openxmlformats.org/officeDocument/2006/relationships/tableStyles" Target="tableStyles.xml"/><Relationship Id="rId80" Type="http://schemas.openxmlformats.org/officeDocument/2006/relationships/viewProps" Target="viewProps.xml"/><Relationship Id="rId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78" Type="http://schemas.openxmlformats.org/officeDocument/2006/relationships/slide" Target="slides/slide71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7" Type="http://schemas.openxmlformats.org/officeDocument/2006/relationships/slide" Target="slides/slide1.xml"/><Relationship Id="rId69" Type="http://schemas.openxmlformats.org/officeDocument/2006/relationships/slide" Target="slides/slide62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0" Type="http://schemas.openxmlformats.org/officeDocument/2006/relationships/slide" Target="slides/slide5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2.xml"/><Relationship Id="rId58" Type="http://schemas.openxmlformats.org/officeDocument/2006/relationships/slide" Target="slides/slide51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3D6B3-0F3A-4498-BC0E-BCF3D282A4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INKNOELEADERBOARD" val="1701986561"/>
  <p:tag name="commondata" val="eyJoZGlkIjoiZjc0YmUyZTJjNTBjNWUyMDliMTc0MDRmODZhNmRlNG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71</Slides>
  <Notes>72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71</vt:i4>
      </vt:variant>
    </vt:vector>
  </HeadingPairs>
  <TitlesOfParts>
    <vt:vector size="82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5_Office 主题</vt:lpstr>
      <vt:lpstr>6_Office 主题</vt:lpstr>
      <vt:lpstr>7_Office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www.Laikey.net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Guoxiong Lai</dc:creator>
  <cp:lastModifiedBy>卢震</cp:lastModifiedBy>
  <cp:revision>838</cp:revision>
  <dcterms:created xsi:type="dcterms:W3CDTF">2014-10-24T07:26:00Z</dcterms:created>
  <dcterms:modified xsi:type="dcterms:W3CDTF">2024-10-15T09:10:22Z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F63CA1B707CA46F2A8731951F204C78C_12</vt:lpwstr>
  </property>
  <property fmtid="{D5CDD505-2E9C-101B-9397-08002B2CF9AE}" pid="3" name="KSOProductBuildVer">
    <vt:lpwstr>2052-12.1.0.18276</vt:lpwstr>
  </property>
</Properties>
</file>