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2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0" r:id="rId2"/>
    <p:sldMasterId id="2147483687" r:id="rId3"/>
  </p:sldMasterIdLst>
  <p:notesMasterIdLst>
    <p:notesMasterId r:id="rId42"/>
  </p:notesMasterIdLst>
  <p:sldIdLst>
    <p:sldId id="2007581064" r:id="rId4"/>
    <p:sldId id="2007581065" r:id="rId5"/>
    <p:sldId id="1063" r:id="rId6"/>
    <p:sldId id="3677" r:id="rId7"/>
    <p:sldId id="1306" r:id="rId8"/>
    <p:sldId id="1309" r:id="rId9"/>
    <p:sldId id="3678" r:id="rId10"/>
    <p:sldId id="1401" r:id="rId11"/>
    <p:sldId id="1404" r:id="rId12"/>
    <p:sldId id="1085" r:id="rId13"/>
    <p:sldId id="1086" r:id="rId14"/>
    <p:sldId id="1402" r:id="rId15"/>
    <p:sldId id="1427" r:id="rId16"/>
    <p:sldId id="1412" r:id="rId17"/>
    <p:sldId id="1405" r:id="rId18"/>
    <p:sldId id="1406" r:id="rId19"/>
    <p:sldId id="2007581053" r:id="rId20"/>
    <p:sldId id="1403" r:id="rId21"/>
    <p:sldId id="1408" r:id="rId22"/>
    <p:sldId id="3683" r:id="rId23"/>
    <p:sldId id="1409" r:id="rId24"/>
    <p:sldId id="3682" r:id="rId25"/>
    <p:sldId id="3680" r:id="rId26"/>
    <p:sldId id="3681" r:id="rId27"/>
    <p:sldId id="966" r:id="rId28"/>
    <p:sldId id="1363" r:id="rId29"/>
    <p:sldId id="3686" r:id="rId30"/>
    <p:sldId id="2007581239" r:id="rId31"/>
    <p:sldId id="2007581241" r:id="rId32"/>
    <p:sldId id="2007581248" r:id="rId33"/>
    <p:sldId id="2007581249" r:id="rId34"/>
    <p:sldId id="2007581250" r:id="rId35"/>
    <p:sldId id="2007581251" r:id="rId36"/>
    <p:sldId id="2007581068" r:id="rId37"/>
    <p:sldId id="2007581252" r:id="rId38"/>
    <p:sldId id="2007581253" r:id="rId39"/>
    <p:sldId id="2007581254" r:id="rId40"/>
    <p:sldId id="1430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111A"/>
    <a:srgbClr val="2E75B6"/>
    <a:srgbClr val="0A569A"/>
    <a:srgbClr val="626262"/>
    <a:srgbClr val="F8B615"/>
    <a:srgbClr val="17B854"/>
    <a:srgbClr val="9966FF"/>
    <a:srgbClr val="80B0DF"/>
    <a:srgbClr val="9900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923" autoAdjust="0"/>
    <p:restoredTop sz="89266" autoAdjust="0"/>
  </p:normalViewPr>
  <p:slideViewPr>
    <p:cSldViewPr snapToGrid="0">
      <p:cViewPr varScale="1">
        <p:scale>
          <a:sx n="78" d="100"/>
          <a:sy n="78" d="100"/>
        </p:scale>
        <p:origin x="610" y="5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73D6B3-0F3A-4498-BC0E-BCF3D282A446}" type="datetimeFigureOut">
              <a:rPr lang="zh-CN" altLang="en-US" smtClean="0"/>
              <a:t>2024/9/30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5F1D3-6D56-40D8-9EBC-08C24213A0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443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163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952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26150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521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12637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9969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48632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6114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77800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71603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82183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3720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9187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5620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09120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49143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47215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21635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26267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94550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64312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75928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86971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53991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86033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60274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7501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8243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7476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2221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7745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5498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766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97882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617932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B4085-2ACE-F6F8-CFCC-00FEB9D8C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35A51A-624B-8D72-F757-7B78EE4AD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34B210-DF3F-BB51-5822-E5A9CD0F2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377844-62A7-ACA8-F4B2-5D75A5E89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35F1D3-6D56-40D8-9EBC-08C24213A01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027679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4701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5F1D3-6D56-40D8-9EBC-08C24213A011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417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5195860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0177192"/>
      </p:ext>
    </p:extLst>
  </p:cSld>
  <p:clrMapOvr>
    <a:masterClrMapping/>
  </p:clrMapOvr>
</p:sldLayout>
</file>

<file path=ppt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747379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5169927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7251379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696108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2525572"/>
      </p:ext>
    </p:extLst>
  </p:cSld>
  <p:clrMapOvr>
    <a:masterClrMapping/>
  </p:clrMapOvr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4136442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0451999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642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38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1" r:id="rId3"/>
    <p:sldLayoutId id="2147483674" r:id="rId4"/>
    <p:sldLayoutId id="214748368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8840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594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slide1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6628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942712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8131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3572025"/>
      </p:ext>
    </p:extLst>
  </p:cSld>
  <p:clrMapOvr>
    <a:masterClrMapping/>
  </p:clrMapOvr>
  <p:transition spd="slow">
    <p:fade/>
  </p:transition>
</p:sld>
</file>

<file path=ppt/slides/slide5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6402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257926"/>
      </p:ext>
    </p:extLst>
  </p:cSld>
  <p:clrMapOvr>
    <a:masterClrMapping/>
  </p:clrMapOvr>
</p:sld>
</file>

<file path=ppt/slides/slide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352647"/>
      </p:ext>
    </p:extLst>
  </p:cSld>
  <p:clrMapOvr>
    <a:masterClrMapping/>
  </p:clrMapOvr>
  <p:transition spd="slow">
    <p:fade/>
  </p:transition>
</p:sld>
</file>

<file path=ppt/slides/slide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7698584"/>
      </p:ext>
    </p:extLst>
  </p:cSld>
  <p:clrMapOvr>
    <a:masterClrMapping/>
  </p:clrMapOvr>
</p:sld>
</file>

<file path=ppt/slides/slide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9837163"/>
      </p:ext>
    </p:extLst>
  </p:cSld>
  <p:clrMapOvr>
    <a:masterClrMapping/>
  </p:clrMapOvr>
  <p:transition spd="slow">
    <p:fade/>
  </p:transition>
</p:sld>
</file>

<file path=ppt/slides/slide10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122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5758542"/>
      </p:ext>
    </p:extLst>
  </p:cSld>
  <p:clrMapOvr>
    <a:masterClrMapping/>
  </p:clrMapOvr>
  <p:transition spd="slow">
    <p:fade/>
  </p:transition>
</p:sld>
</file>

<file path=ppt/slides/slide1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681030"/>
      </p:ext>
    </p:extLst>
  </p:cSld>
  <p:clrMapOvr>
    <a:masterClrMapping/>
  </p:clrMapOvr>
</p:sld>
</file>

<file path=ppt/slides/slide1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2063524"/>
      </p:ext>
    </p:extLst>
  </p:cSld>
  <p:clrMapOvr>
    <a:masterClrMapping/>
  </p:clrMapOvr>
</p:sld>
</file>

<file path=ppt/slides/slide1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7094900"/>
      </p:ext>
    </p:extLst>
  </p:cSld>
  <p:clrMapOvr>
    <a:masterClrMapping/>
  </p:clrMapOvr>
</p:sld>
</file>

<file path=ppt/slides/slide1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5939040"/>
      </p:ext>
    </p:extLst>
  </p:cSld>
  <p:clrMapOvr>
    <a:masterClrMapping/>
  </p:clrMapOvr>
  <p:transition spd="slow">
    <p:fade/>
  </p:transition>
</p:sld>
</file>

<file path=ppt/slides/slide1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3422331"/>
      </p:ext>
    </p:extLst>
  </p:cSld>
  <p:clrMapOvr>
    <a:masterClrMapping/>
  </p:clrMapOvr>
  <p:transition spd="slow">
    <p:fade/>
  </p:transition>
</p:sld>
</file>

<file path=ppt/slides/slide1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9701823"/>
      </p:ext>
    </p:extLst>
  </p:cSld>
  <p:clrMapOvr>
    <a:masterClrMapping/>
  </p:clrMapOvr>
  <p:transition spd="slow">
    <p:fade/>
  </p:transition>
</p:sld>
</file>

<file path=ppt/slides/slide1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4837019"/>
      </p:ext>
    </p:extLst>
  </p:cSld>
  <p:clrMapOvr>
    <a:masterClrMapping/>
  </p:clrMapOvr>
</p:sld>
</file>

<file path=ppt/slides/slide1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3977441"/>
      </p:ext>
    </p:extLst>
  </p:cSld>
  <p:clrMapOvr>
    <a:masterClrMapping/>
  </p:clrMapOvr>
</p:sld>
</file>

<file path=ppt/slides/slide20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355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0048328"/>
      </p:ext>
    </p:extLst>
  </p:cSld>
  <p:clrMapOvr>
    <a:masterClrMapping/>
  </p:clrMapOvr>
</p:sld>
</file>

<file path=ppt/slides/slide2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911286"/>
      </p:ext>
    </p:extLst>
  </p:cSld>
  <p:clrMapOvr>
    <a:masterClrMapping/>
  </p:clrMapOvr>
  <p:transition spd="slow">
    <p:fade/>
  </p:transition>
</p:sld>
</file>

<file path=ppt/slides/slide2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5321082"/>
      </p:ext>
    </p:extLst>
  </p:cSld>
  <p:clrMapOvr>
    <a:masterClrMapping/>
  </p:clrMapOvr>
  <p:transition spd="slow">
    <p:fade/>
  </p:transition>
</p:sld>
</file>

<file path=ppt/slides/slide24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883229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6144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8734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2091722"/>
      </p:ext>
    </p:extLst>
  </p:cSld>
  <p:clrMapOvr>
    <a:masterClrMapping/>
  </p:clrMapOvr>
  <p:transition spd="slow">
    <p:fade/>
  </p:transition>
</p:sld>
</file>

<file path=ppt/slides/slide2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6237451"/>
      </p:ext>
    </p:extLst>
  </p:cSld>
  <p:clrMapOvr>
    <a:masterClrMapping/>
  </p:clrMapOvr>
</p:sld>
</file>

<file path=ppt/slides/slide2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8877594"/>
      </p:ext>
    </p:extLst>
  </p:cSld>
  <p:clrMapOvr>
    <a:masterClrMapping/>
  </p:clrMapOvr>
  <p:transition spd="slow">
    <p:fade/>
  </p:transition>
</p:sld>
</file>

<file path=ppt/slides/slide3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628486"/>
      </p:ext>
    </p:extLst>
  </p:cSld>
  <p:clrMapOvr>
    <a:masterClrMapping/>
  </p:clrMapOvr>
  <p:transition spd="slow">
    <p:fade/>
  </p:transition>
</p:sld>
</file>

<file path=ppt/slides/slide3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759672"/>
      </p:ext>
    </p:extLst>
  </p:cSld>
  <p:clrMapOvr>
    <a:masterClrMapping/>
  </p:clrMapOvr>
</p:sld>
</file>

<file path=ppt/slides/slide3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707112"/>
      </p:ext>
    </p:extLst>
  </p:cSld>
  <p:clrMapOvr>
    <a:masterClrMapping/>
  </p:clrMapOvr>
  <p:transition spd="slow">
    <p:fade/>
  </p:transition>
</p:sld>
</file>

<file path=ppt/slides/slide3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1948241"/>
      </p:ext>
    </p:extLst>
  </p:cSld>
  <p:clrMapOvr>
    <a:masterClrMapping/>
  </p:clrMapOvr>
  <p:transition spd="slow">
    <p:fade/>
  </p:transition>
</p:sld>
</file>

<file path=ppt/slides/slide3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2812562"/>
      </p:ext>
    </p:extLst>
  </p:cSld>
  <p:clrMapOvr>
    <a:masterClrMapping/>
  </p:clrMapOvr>
</p:sld>
</file>

<file path=ppt/slides/slide3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01960"/>
      </p:ext>
    </p:extLst>
  </p:cSld>
  <p:clrMapOvr>
    <a:masterClrMapping/>
  </p:clrMapOvr>
  <p:transition spd="slow">
    <p:fade/>
  </p:transition>
</p:sld>
</file>

<file path=ppt/slides/slide36.xml><?xml version="1.0" encoding="utf-8"?>
<p:sld xmlns:a16="http://schemas.microsoft.com/office/drawing/2014/main"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2BC47F-4B79-C825-86B7-B2834EDFC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624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16="http://schemas.microsoft.com/office/drawing/2014/main"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2E5032-B3E8-A136-EF61-0EA594C6C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92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239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73588;#398723;#405356;#380024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1671;#84376;#84376;#157619;#136599;#151479;#405267;#383796;#99810;#69545;#110015;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5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9546</TotalTime>
  <Words>38</Words>
  <Application>Microsoft Office PowerPoint</Application>
  <PresentationFormat>宽屏</PresentationFormat>
  <Paragraphs>38</Paragraphs>
  <Slides>38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38</vt:i4>
      </vt:variant>
    </vt:vector>
  </HeadingPairs>
  <TitlesOfParts>
    <vt:vector size="43" baseType="lpstr">
      <vt:lpstr>Arial</vt:lpstr>
      <vt:lpstr>Calibri</vt:lpstr>
      <vt:lpstr>Office 主题</vt:lpstr>
      <vt:lpstr>2_Office 主题</vt:lpstr>
      <vt:lpstr>5_Office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www.Laikey.net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Guoxiong Lai</dc:creator>
  <cp:lastModifiedBy>Kwok Hung Lai</cp:lastModifiedBy>
  <cp:revision>550</cp:revision>
  <dcterms:created xsi:type="dcterms:W3CDTF">2014-10-24T07:26:02Z</dcterms:created>
  <dcterms:modified xsi:type="dcterms:W3CDTF">2024-09-30T08:42:19Z</dcterms:modified>
</cp:coreProperties>
</file>