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59" r:id="rId2"/>
    <p:sldMasterId id="2147483792" r:id="rId3"/>
    <p:sldMasterId id="2147483877" r:id="rId4"/>
  </p:sldMasterIdLst>
  <p:notesMasterIdLst>
    <p:notesMasterId r:id="rId64"/>
  </p:notesMasterIdLst>
  <p:sldIdLst>
    <p:sldId id="2007581242" r:id="rId5"/>
    <p:sldId id="459" r:id="rId6"/>
    <p:sldId id="1260" r:id="rId7"/>
    <p:sldId id="1261" r:id="rId8"/>
    <p:sldId id="460" r:id="rId9"/>
    <p:sldId id="2007581094" r:id="rId10"/>
    <p:sldId id="497" r:id="rId11"/>
    <p:sldId id="618" r:id="rId12"/>
    <p:sldId id="585" r:id="rId13"/>
    <p:sldId id="498" r:id="rId14"/>
    <p:sldId id="622" r:id="rId15"/>
    <p:sldId id="1262" r:id="rId16"/>
    <p:sldId id="1263" r:id="rId17"/>
    <p:sldId id="1264" r:id="rId18"/>
    <p:sldId id="1265" r:id="rId19"/>
    <p:sldId id="1266" r:id="rId20"/>
    <p:sldId id="1270" r:id="rId21"/>
    <p:sldId id="1267" r:id="rId22"/>
    <p:sldId id="1268" r:id="rId23"/>
    <p:sldId id="1269" r:id="rId24"/>
    <p:sldId id="623" r:id="rId25"/>
    <p:sldId id="624" r:id="rId26"/>
    <p:sldId id="1271" r:id="rId27"/>
    <p:sldId id="1272" r:id="rId28"/>
    <p:sldId id="1273" r:id="rId29"/>
    <p:sldId id="2007581166" r:id="rId30"/>
    <p:sldId id="626" r:id="rId31"/>
    <p:sldId id="1154" r:id="rId32"/>
    <p:sldId id="1155" r:id="rId33"/>
    <p:sldId id="1156" r:id="rId34"/>
    <p:sldId id="646" r:id="rId35"/>
    <p:sldId id="2007581240" r:id="rId36"/>
    <p:sldId id="647" r:id="rId37"/>
    <p:sldId id="2007581062" r:id="rId38"/>
    <p:sldId id="2007581146" r:id="rId39"/>
    <p:sldId id="2007581147" r:id="rId40"/>
    <p:sldId id="2007581148" r:id="rId41"/>
    <p:sldId id="2007581149" r:id="rId42"/>
    <p:sldId id="2007581061" r:id="rId43"/>
    <p:sldId id="3664" r:id="rId44"/>
    <p:sldId id="3665" r:id="rId45"/>
    <p:sldId id="513" r:id="rId46"/>
    <p:sldId id="471" r:id="rId47"/>
    <p:sldId id="473" r:id="rId48"/>
    <p:sldId id="474" r:id="rId49"/>
    <p:sldId id="475" r:id="rId50"/>
    <p:sldId id="3689" r:id="rId51"/>
    <p:sldId id="2007581156" r:id="rId52"/>
    <p:sldId id="615" r:id="rId53"/>
    <p:sldId id="627" r:id="rId54"/>
    <p:sldId id="628" r:id="rId55"/>
    <p:sldId id="629" r:id="rId56"/>
    <p:sldId id="630" r:id="rId57"/>
    <p:sldId id="631" r:id="rId58"/>
    <p:sldId id="632" r:id="rId59"/>
    <p:sldId id="2007581114" r:id="rId60"/>
    <p:sldId id="634" r:id="rId61"/>
    <p:sldId id="635" r:id="rId62"/>
    <p:sldId id="1430" r:id="rId63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69A"/>
    <a:srgbClr val="042985"/>
    <a:srgbClr val="487EAF"/>
    <a:srgbClr val="2C7BC2"/>
    <a:srgbClr val="004098"/>
    <a:srgbClr val="000000"/>
    <a:srgbClr val="A4C6E5"/>
    <a:srgbClr val="92BBE0"/>
    <a:srgbClr val="A5C7E6"/>
    <a:srgbClr val="A2C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051" autoAdjust="0"/>
    <p:restoredTop sz="75346" autoAdjust="0"/>
  </p:normalViewPr>
  <p:slideViewPr>
    <p:cSldViewPr snapToGrid="0">
      <p:cViewPr varScale="1">
        <p:scale>
          <a:sx n="78" d="100"/>
          <a:sy n="78" d="100"/>
        </p:scale>
        <p:origin x="1013" y="5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3D6B3-0F3A-4498-BC0E-BCF3D282A446}" type="datetimeFigureOut">
              <a:rPr lang="zh-CN" altLang="en-US" smtClean="0"/>
              <a:t>2024/9/30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5F1D3-6D56-40D8-9EBC-08C24213A0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4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77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9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24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44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404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665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110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432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596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46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70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9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550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067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2CCAAE-CEDD-413E-B49C-AF2D074516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816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2CCAAE-CEDD-413E-B49C-AF2D074516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254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232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088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05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05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255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952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276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311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00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726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364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757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431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743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2371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007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8567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32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327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6480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73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5640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749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6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429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3579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2980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6667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76640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202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584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7443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9259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738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9639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89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9594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832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337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019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50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78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79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19586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177192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5667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47379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9927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750925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746134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009616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9413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37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74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61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12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10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slide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60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4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7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81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066654"/>
      </p:ext>
    </p:extLst>
  </p:cSld>
  <p:clrMapOvr>
    <a:masterClrMapping/>
  </p:clrMapOvr>
  <p:transition spd="slow">
    <p:fade/>
  </p:transition>
</p:sld>
</file>

<file path=ppt/slides/slide7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45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1817"/>
      </p:ext>
    </p:extLst>
  </p:cSld>
  <p:clrMapOvr>
    <a:masterClrMapping/>
  </p:clrMapOvr>
  <p:transition spd="slow">
    <p:fade/>
  </p:transition>
</p:sld>
</file>

<file path=ppt/slides/slide9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84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06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55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07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955724"/>
      </p:ext>
    </p:extLst>
  </p:cSld>
  <p:clrMapOvr>
    <a:masterClrMapping/>
  </p:clrMapOvr>
</p:sld>
</file>

<file path=ppt/slides/slide14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35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4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>
      <p:transition advClick="0"/>
    </mc:Fallback>
  </mc:AlternateContent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293951"/>
      </p:ext>
    </p:extLst>
  </p:cSld>
  <p:clrMapOvr>
    <a:masterClrMapping/>
  </p:clrMapOvr>
</p:sld>
</file>

<file path=ppt/slides/slide17.xml><?xml version="1.0" encoding="utf-8"?>
<p:sld xmlns:p14="http://schemas.microsoft.com/office/powerpoint/2010/main" xmlns:mc="http://schemas.openxmlformats.org/markup-compatibility/2006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069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28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61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67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46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34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84230"/>
      </p:ext>
    </p:extLst>
  </p:cSld>
  <p:clrMapOvr>
    <a:masterClrMapping/>
  </p:clrMapOvr>
  <p:transition spd="slow">
    <p:fade/>
  </p:transition>
</p:sld>
</file>

<file path=ppt/slides/slide2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779194"/>
      </p:ext>
    </p:extLst>
  </p:cSld>
  <p:clrMapOvr>
    <a:masterClrMapping/>
  </p:clrMapOvr>
  <p:transition spd="slow">
    <p:fade/>
  </p:transition>
</p:sld>
</file>

<file path=ppt/slides/slide2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424488"/>
      </p:ext>
    </p:extLst>
  </p:cSld>
  <p:clrMapOvr>
    <a:masterClrMapping/>
  </p:clrMapOvr>
</p:sld>
</file>

<file path=ppt/slides/slide27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63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75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7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5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12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546916"/>
      </p:ext>
    </p:extLst>
  </p:cSld>
  <p:clrMapOvr>
    <a:masterClrMapping/>
  </p:clrMapOvr>
</p:sld>
</file>

<file path=ppt/slides/slide3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328119"/>
      </p:ext>
    </p:extLst>
  </p:cSld>
  <p:clrMapOvr>
    <a:masterClrMapping/>
  </p:clrMapOvr>
</p:sld>
</file>

<file path=ppt/slides/slide3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503925"/>
      </p:ext>
    </p:extLst>
  </p:cSld>
  <p:clrMapOvr>
    <a:masterClrMapping/>
  </p:clrMapOvr>
</p:sld>
</file>

<file path=ppt/slides/slide3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752485"/>
      </p:ext>
    </p:extLst>
  </p:cSld>
  <p:clrMapOvr>
    <a:masterClrMapping/>
  </p:clrMapOvr>
</p:sld>
</file>

<file path=ppt/slides/slide3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336508"/>
      </p:ext>
    </p:extLst>
  </p:cSld>
  <p:clrMapOvr>
    <a:masterClrMapping/>
  </p:clrMapOvr>
</p:sld>
</file>

<file path=ppt/slides/slide3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086510"/>
      </p:ext>
    </p:extLst>
  </p:cSld>
  <p:clrMapOvr>
    <a:masterClrMapping/>
  </p:clrMapOvr>
</p:sld>
</file>

<file path=ppt/slides/slide3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343244"/>
      </p:ext>
    </p:extLst>
  </p:cSld>
  <p:clrMapOvr>
    <a:masterClrMapping/>
  </p:clrMapOvr>
  <p:transition spd="slow">
    <p:fade/>
  </p:transition>
</p:sld>
</file>

<file path=ppt/slides/slide3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79878"/>
      </p:ext>
    </p:extLst>
  </p:cSld>
  <p:clrMapOvr>
    <a:masterClrMapping/>
  </p:clrMapOvr>
</p:sld>
</file>

<file path=ppt/slides/slide4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1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323627"/>
      </p:ext>
    </p:extLst>
  </p:cSld>
  <p:clrMapOvr>
    <a:masterClrMapping/>
  </p:clrMapOvr>
</p:sld>
</file>

<file path=ppt/slides/slide4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22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1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9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59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65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907936"/>
      </p:ext>
    </p:extLst>
  </p:cSld>
  <p:clrMapOvr>
    <a:masterClrMapping/>
  </p:clrMapOvr>
  <p:transition spd="slow">
    <p:fade/>
  </p:transition>
</p:sld>
</file>

<file path=ppt/slides/slide4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814519"/>
      </p:ext>
    </p:extLst>
  </p:cSld>
  <p:clrMapOvr>
    <a:masterClrMapping/>
  </p:clrMapOvr>
  <p:transition spd="slow">
    <p:fade/>
  </p:transition>
</p:sld>
</file>

<file path=ppt/slides/slide4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82061"/>
      </p:ext>
    </p:extLst>
  </p:cSld>
  <p:clrMapOvr>
    <a:masterClrMapping/>
  </p:clrMapOvr>
  <p:transition spd="slow">
    <p:fade/>
  </p:transition>
</p:sld>
</file>

<file path=ppt/slides/slide5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201517"/>
      </p:ext>
    </p:extLst>
  </p:cSld>
  <p:clrMapOvr>
    <a:masterClrMapping/>
  </p:clrMapOvr>
  <p:transition spd="slow">
    <p:fade/>
  </p:transition>
</p:sld>
</file>

<file path=ppt/slides/slide5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534012"/>
      </p:ext>
    </p:extLst>
  </p:cSld>
  <p:clrMapOvr>
    <a:masterClrMapping/>
  </p:clrMapOvr>
  <p:transition spd="slow">
    <p:fade/>
  </p:transition>
</p:sld>
</file>

<file path=ppt/slides/slide5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597221"/>
      </p:ext>
    </p:extLst>
  </p:cSld>
  <p:clrMapOvr>
    <a:masterClrMapping/>
  </p:clrMapOvr>
  <p:transition spd="slow">
    <p:fade/>
  </p:transition>
</p:sld>
</file>

<file path=ppt/slides/slide5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39340"/>
      </p:ext>
    </p:extLst>
  </p:cSld>
  <p:clrMapOvr>
    <a:masterClrMapping/>
  </p:clrMapOvr>
  <p:transition spd="slow">
    <p:fade/>
  </p:transition>
</p:sld>
</file>

<file path=ppt/slides/slide5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098451"/>
      </p:ext>
    </p:extLst>
  </p:cSld>
  <p:clrMapOvr>
    <a:masterClrMapping/>
  </p:clrMapOvr>
  <p:transition spd="slow">
    <p:fade/>
  </p:transition>
</p:sld>
</file>

<file path=ppt/slides/slide5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323411"/>
      </p:ext>
    </p:extLst>
  </p:cSld>
  <p:clrMapOvr>
    <a:masterClrMapping/>
  </p:clrMapOvr>
  <p:transition spd="slow">
    <p:fade/>
  </p:transition>
</p:sld>
</file>

<file path=ppt/slides/slide5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292261"/>
      </p:ext>
    </p:extLst>
  </p:cSld>
  <p:clrMapOvr>
    <a:masterClrMapping/>
  </p:clrMapOvr>
  <p:transition spd="slow">
    <p:fade/>
  </p:transition>
</p:sld>
</file>

<file path=ppt/slides/slide5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33476"/>
      </p:ext>
    </p:extLst>
  </p:cSld>
  <p:clrMapOvr>
    <a:masterClrMapping/>
  </p:clrMapOvr>
  <p:transition spd="slow">
    <p:fade/>
  </p:transition>
</p:sld>
</file>

<file path=ppt/slides/slide58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7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2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170198656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16071</TotalTime>
  <Words>59</Words>
  <Application>Microsoft Office PowerPoint</Application>
  <PresentationFormat>宽屏</PresentationFormat>
  <Paragraphs>59</Paragraphs>
  <Slides>59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59</vt:i4>
      </vt:variant>
    </vt:vector>
  </HeadingPairs>
  <TitlesOfParts>
    <vt:vector size="65" baseType="lpstr">
      <vt:lpstr>Arial</vt:lpstr>
      <vt:lpstr>Calibri</vt:lpstr>
      <vt:lpstr>Office 主题</vt:lpstr>
      <vt:lpstr>1_Office 主题​​</vt:lpstr>
      <vt:lpstr>4_Office 主题</vt:lpstr>
      <vt:lpstr>5_Office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www.Laikey.net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Guoxiong Lai</dc:creator>
  <cp:lastModifiedBy>Kwok Hung Lai</cp:lastModifiedBy>
  <cp:revision>766</cp:revision>
  <dcterms:created xsi:type="dcterms:W3CDTF">2014-10-24T07:26:02Z</dcterms:created>
  <dcterms:modified xsi:type="dcterms:W3CDTF">2024-09-30T08:34:01Z</dcterms:modified>
</cp:coreProperties>
</file>